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1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ddingInvitations/2c9849ff-e4cc-5683-ac72-2a6c69aa5261/scratchpad/poster_q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228600"/>
            <a:ext cx="822960" cy="822960"/>
          </a:xfrm>
          <a:prstGeom prst="rect">
            <a:avLst/>
          </a:prstGeom>
        </p:spPr>
      </p:pic>
      <p:pic>
        <p:nvPicPr>
          <p:cNvPr id="3" name="Image 1" descr="/tmp/claude-0/-home-user-WeddingInvitations/2c9849ff-e4cc-5683-ac72-2a6c69aa5261/scratchpad/poster_q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320040"/>
            <a:ext cx="777240" cy="777240"/>
          </a:xfrm>
          <a:prstGeom prst="rect">
            <a:avLst/>
          </a:prstGeom>
        </p:spPr>
      </p:pic>
      <p:pic>
        <p:nvPicPr>
          <p:cNvPr id="4" name="Image 2" descr="/tmp/claude-0/-home-user-WeddingInvitations/2c9849ff-e4cc-5683-ac72-2a6c69aa5261/scratchpad/poster_q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454896"/>
            <a:ext cx="685800" cy="685800"/>
          </a:xfrm>
          <a:prstGeom prst="rect">
            <a:avLst/>
          </a:prstGeom>
        </p:spPr>
      </p:pic>
      <p:pic>
        <p:nvPicPr>
          <p:cNvPr id="5" name="Image 3" descr="/tmp/claude-0/-home-user-WeddingInvitations/2c9849ff-e4cc-5683-ac72-2a6c69aa5261/scratchpad/poster_q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9500616"/>
            <a:ext cx="731520" cy="731520"/>
          </a:xfrm>
          <a:prstGeom prst="rect">
            <a:avLst/>
          </a:prstGeom>
        </p:spPr>
      </p:pic>
      <p:pic>
        <p:nvPicPr>
          <p:cNvPr id="6" name="Image 4" descr="/tmp/claude-0/-home-user-WeddingInvitations/2c9849ff-e4cc-5683-ac72-2a6c69aa5261/scratchpad/poster_q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004" y="5074920"/>
            <a:ext cx="640080" cy="64008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548640" y="548640"/>
            <a:ext cx="6464808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C8A96A"/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685800" y="685800"/>
            <a:ext cx="619048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8A96A"/>
            </a:solidFill>
            <a:prstDash val="solid"/>
          </a:ln>
        </p:spPr>
      </p:sp>
      <p:sp>
        <p:nvSpPr>
          <p:cNvPr id="9" name="Text 2"/>
          <p:cNvSpPr txBox="1"/>
          <p:nvPr/>
        </p:nvSpPr>
        <p:spPr>
          <a:xfrm>
            <a:off x="548640" y="68580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♡ 当てクイズ大会 ♡</a:t>
            </a:r>
            <a:endParaRPr lang="en-US" sz="4000" dirty="0"/>
          </a:p>
        </p:txBody>
      </p:sp>
      <p:sp>
        <p:nvSpPr>
          <p:cNvPr id="10" name="Text 3"/>
          <p:cNvSpPr txBox="1"/>
          <p:nvPr/>
        </p:nvSpPr>
        <p:spPr>
          <a:xfrm>
            <a:off x="548640" y="141732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 &amp; Win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548640" y="1755648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ふたつのクイズにチャレンジしてね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548640" y="2651760"/>
            <a:ext cx="6464808" cy="3383280"/>
          </a:xfrm>
          <a:prstGeom prst="roundRect">
            <a:avLst>
              <a:gd name="adj" fmla="val 4054"/>
            </a:avLst>
          </a:prstGeom>
          <a:solidFill>
            <a:srgbClr val="EAF3FB"/>
          </a:solidFill>
          <a:ln w="19050">
            <a:solidFill>
              <a:srgbClr val="7BA6C9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777240" y="2880360"/>
            <a:ext cx="640080" cy="640080"/>
          </a:xfrm>
          <a:prstGeom prst="ellipse">
            <a:avLst/>
          </a:prstGeom>
          <a:solidFill>
            <a:srgbClr val="5A9BD8"/>
          </a:solidFill>
          <a:ln w="12700">
            <a:solidFill>
              <a:srgbClr val="5A9BD8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7772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1600200" y="2834640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ティム君の 写真当てクイズ</a:t>
            </a:r>
            <a:endParaRPr lang="en-US" sz="2200" dirty="0"/>
          </a:p>
        </p:txBody>
      </p:sp>
      <p:sp>
        <p:nvSpPr>
          <p:cNvPr id="16" name="Text 9"/>
          <p:cNvSpPr txBox="1"/>
          <p:nvPr/>
        </p:nvSpPr>
        <p:spPr>
          <a:xfrm>
            <a:off x="1600200" y="3273552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9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one is Tim?</a:t>
            </a:r>
            <a:endParaRPr lang="en-US" sz="1200" dirty="0"/>
          </a:p>
        </p:txBody>
      </p:sp>
      <p:pic>
        <p:nvPicPr>
          <p:cNvPr id="17" name="Image 5" descr="/tmp/claude-0/-home-user-WeddingInvitations/2c9849ff-e4cc-5683-ac72-2a6c69aa5261/scratchpad/poster_c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03320"/>
            <a:ext cx="1920240" cy="192024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926080" y="374904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新郎の愛猫 </a:t>
            </a:r>
            <a:pPr indent="0" marL="0">
              <a:buNone/>
            </a:pPr>
            <a:r>
              <a:rPr lang="en-US" sz="1600" b="1" dirty="0">
                <a:solidFill>
                  <a:srgbClr val="5A9B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ティム君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はどれ？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2926080" y="4251960"/>
            <a:ext cx="3995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🐱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並んだ猫の写真の中から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本物のティム君を見つけて番号を書いてね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548640" y="6263640"/>
            <a:ext cx="6464808" cy="3383280"/>
          </a:xfrm>
          <a:prstGeom prst="roundRect">
            <a:avLst>
              <a:gd name="adj" fmla="val 4054"/>
            </a:avLst>
          </a:prstGeom>
          <a:solidFill>
            <a:srgbClr val="FCE8EE"/>
          </a:solidFill>
          <a:ln w="19050">
            <a:solidFill>
              <a:srgbClr val="C97F98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777240" y="6492240"/>
            <a:ext cx="640080" cy="640080"/>
          </a:xfrm>
          <a:prstGeom prst="ellipse">
            <a:avLst/>
          </a:prstGeom>
          <a:solidFill>
            <a:srgbClr val="D8879E"/>
          </a:solidFill>
          <a:ln w="12700">
            <a:solidFill>
              <a:srgbClr val="D8879E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777240" y="6492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800" dirty="0"/>
          </a:p>
        </p:txBody>
      </p:sp>
      <p:sp>
        <p:nvSpPr>
          <p:cNvPr id="23" name="Text 15"/>
          <p:cNvSpPr txBox="1"/>
          <p:nvPr/>
        </p:nvSpPr>
        <p:spPr>
          <a:xfrm>
            <a:off x="1600200" y="6446520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カラードレスの 色当てクイズ</a:t>
            </a:r>
            <a:endParaRPr lang="en-US" sz="2200" dirty="0"/>
          </a:p>
        </p:txBody>
      </p:sp>
      <p:sp>
        <p:nvSpPr>
          <p:cNvPr id="24" name="Text 16"/>
          <p:cNvSpPr txBox="1"/>
          <p:nvPr/>
        </p:nvSpPr>
        <p:spPr>
          <a:xfrm>
            <a:off x="1600200" y="6885432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88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 her color dress!</a:t>
            </a:r>
            <a:endParaRPr lang="en-US" sz="1200" dirty="0"/>
          </a:p>
        </p:txBody>
      </p:sp>
      <p:pic>
        <p:nvPicPr>
          <p:cNvPr id="25" name="Image 6" descr="/tmp/claude-0/-home-user-WeddingInvitations/2c9849ff-e4cc-5683-ac72-2a6c69aa5261/scratchpad/poster_dre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7315200"/>
            <a:ext cx="1920240" cy="192024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2926080" y="7360920"/>
            <a:ext cx="3995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新婦の </a:t>
            </a:r>
            <a:pPr indent="0" marL="0">
              <a:buNone/>
            </a:pPr>
            <a:r>
              <a:rPr lang="en-US" sz="1600" b="1" dirty="0">
                <a:solidFill>
                  <a:srgbClr val="D887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カラードレス</a:t>
            </a:r>
            <a:pPr indent="0" marL="0">
              <a:buNone/>
            </a:pPr>
            <a:r>
              <a:rPr lang="en-US" sz="14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は何色？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2926080" y="7863840"/>
            <a:ext cx="3995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👗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お色直しで登場するドレスの色を予想して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投票用紙に書き込んでね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548640" y="9829800"/>
            <a:ext cx="6464808" cy="685800"/>
          </a:xfrm>
          <a:prstGeom prst="rect">
            <a:avLst/>
          </a:prstGeom>
          <a:solidFill>
            <a:srgbClr val="FBF7EE"/>
          </a:solidFill>
          <a:ln w="6350">
            <a:solidFill>
              <a:srgbClr val="C8A96A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548640" y="98298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投票用紙にご記入のうえ、受付の投票箱へお入れください♡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548640" y="10158984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9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正解者には披露宴後半で豪華賞品をプレゼント！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当てクイズポスター</dc:title>
  <dc:subject>PptxGenJS Presentation</dc:subject>
  <dc:creator>PptxGenJS</dc:creator>
  <cp:lastModifiedBy>PptxGenJS</cp:lastModifiedBy>
  <cp:revision>1</cp:revision>
  <dcterms:created xsi:type="dcterms:W3CDTF">2026-09-13T12:16:35Z</dcterms:created>
  <dcterms:modified xsi:type="dcterms:W3CDTF">2026-09-13T12:16:35Z</dcterms:modified>
</cp:coreProperties>
</file>