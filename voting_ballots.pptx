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河合 直樹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加登 楓也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 ギョム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阿南 心香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岡本 典子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趙 顯秀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山根 直樹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森本 菜奈絵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遠藤 優佳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永澤 友梨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渡邊 彩音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 孝海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 秀海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 伶海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鈴木 亜海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宋 智子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島田 崇司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飛松 虎太朗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渡邊 雅之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中山 瑠惟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吉田 賢史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津田 昂輝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安永 俊樹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昭元 公輝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 貴裕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大泉 周平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守屋 勇汰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守屋 陽杜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守屋 晴香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溝渕 比奈子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畑中 聖奈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上原 夏紀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橋村 ちゆき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森口 小春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渕上 綾香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岩井 玲香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田中 真梨愛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野津 佳音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城戸 唯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田中 肖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越澤 緑咲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佐藤 嘉剛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佐藤 領祐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辻林 みゆ希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門岡 綾希子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佐藤 公美子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濱本 泰延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濱本 俊宏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濱岡 知子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6898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藤原 小矢佳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08076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瀧井 万友美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892540" y="457200"/>
            <a:ext cx="28117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濱岡 香里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6898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08076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892540" y="19431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6898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08076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892540" y="34290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6898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8076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892540" y="4914900"/>
            <a:ext cx="281178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投票用紙</dc:title>
  <dc:subject>PptxGenJS Presentation</dc:subject>
  <dc:creator>PptxGenJS</dc:creator>
  <cp:lastModifiedBy>PptxGenJS</cp:lastModifiedBy>
  <cp:revision>1</cp:revision>
  <dcterms:created xsi:type="dcterms:W3CDTF">2026-09-13T10:24:52Z</dcterms:created>
  <dcterms:modified xsi:type="dcterms:W3CDTF">2026-09-13T10:24:52Z</dcterms:modified>
</cp:coreProperties>
</file>