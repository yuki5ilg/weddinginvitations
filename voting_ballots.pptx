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1.png"/><Relationship Id="rId6" Type="http://schemas.openxmlformats.org/officeDocument/2006/relationships/image" Target="../media/image-1-1.png"/><Relationship Id="rId7" Type="http://schemas.openxmlformats.org/officeDocument/2006/relationships/image" Target="../media/image-1-1.png"/><Relationship Id="rId8" Type="http://schemas.openxmlformats.org/officeDocument/2006/relationships/image" Target="../media/image-1-1.png"/><Relationship Id="rId9" Type="http://schemas.openxmlformats.org/officeDocument/2006/relationships/image" Target="../media/image-1-1.png"/><Relationship Id="rId10" Type="http://schemas.openxmlformats.org/officeDocument/2006/relationships/image" Target="../media/image-1-1.png"/><Relationship Id="rId11" Type="http://schemas.openxmlformats.org/officeDocument/2006/relationships/image" Target="../media/image-1-1.png"/><Relationship Id="rId12" Type="http://schemas.openxmlformats.org/officeDocument/2006/relationships/image" Target="../media/image-1-1.png"/><Relationship Id="rId13" Type="http://schemas.openxmlformats.org/officeDocument/2006/relationships/image" Target="../media/image-1-1.png"/><Relationship Id="rId14" Type="http://schemas.openxmlformats.org/officeDocument/2006/relationships/image" Target="../media/image-1-1.png"/><Relationship Id="rId15" Type="http://schemas.openxmlformats.org/officeDocument/2006/relationships/image" Target="../media/image-1-1.png"/><Relationship Id="rId16" Type="http://schemas.openxmlformats.org/officeDocument/2006/relationships/image" Target="../media/image-1-1.png"/><Relationship Id="rId17" Type="http://schemas.openxmlformats.org/officeDocument/2006/relationships/image" Target="../media/image-1-1.png"/><Relationship Id="rId18" Type="http://schemas.openxmlformats.org/officeDocument/2006/relationships/image" Target="../media/image-1-1.png"/><Relationship Id="rId19" Type="http://schemas.openxmlformats.org/officeDocument/2006/relationships/image" Target="../media/image-1-1.png"/><Relationship Id="rId20" Type="http://schemas.openxmlformats.org/officeDocument/2006/relationships/image" Target="../media/image-1-1.png"/><Relationship Id="rId21" Type="http://schemas.openxmlformats.org/officeDocument/2006/relationships/image" Target="../media/image-1-1.png"/><Relationship Id="rId22" Type="http://schemas.openxmlformats.org/officeDocument/2006/relationships/image" Target="../media/image-1-1.png"/><Relationship Id="rId23" Type="http://schemas.openxmlformats.org/officeDocument/2006/relationships/image" Target="../media/image-1-1.png"/><Relationship Id="rId24" Type="http://schemas.openxmlformats.org/officeDocument/2006/relationships/image" Target="../media/image-1-1.png"/><Relationship Id="rId25" Type="http://schemas.openxmlformats.org/officeDocument/2006/relationships/image" Target="../media/image-1-1.png"/><Relationship Id="rId26" Type="http://schemas.openxmlformats.org/officeDocument/2006/relationships/image" Target="../media/image-1-1.png"/><Relationship Id="rId27" Type="http://schemas.openxmlformats.org/officeDocument/2006/relationships/image" Target="../media/image-1-1.png"/><Relationship Id="rId28" Type="http://schemas.openxmlformats.org/officeDocument/2006/relationships/image" Target="../media/image-1-1.png"/><Relationship Id="rId29" Type="http://schemas.openxmlformats.org/officeDocument/2006/relationships/image" Target="../media/image-1-1.png"/><Relationship Id="rId30" Type="http://schemas.openxmlformats.org/officeDocument/2006/relationships/image" Target="../media/image-1-1.png"/><Relationship Id="rId31" Type="http://schemas.openxmlformats.org/officeDocument/2006/relationships/image" Target="../media/image-1-1.png"/><Relationship Id="rId32" Type="http://schemas.openxmlformats.org/officeDocument/2006/relationships/image" Target="../media/image-1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image" Target="../media/image-2-1.png"/><Relationship Id="rId7" Type="http://schemas.openxmlformats.org/officeDocument/2006/relationships/image" Target="../media/image-2-1.png"/><Relationship Id="rId8" Type="http://schemas.openxmlformats.org/officeDocument/2006/relationships/image" Target="../media/image-2-1.png"/><Relationship Id="rId9" Type="http://schemas.openxmlformats.org/officeDocument/2006/relationships/image" Target="../media/image-2-1.png"/><Relationship Id="rId10" Type="http://schemas.openxmlformats.org/officeDocument/2006/relationships/image" Target="../media/image-2-1.png"/><Relationship Id="rId11" Type="http://schemas.openxmlformats.org/officeDocument/2006/relationships/image" Target="../media/image-2-1.png"/><Relationship Id="rId12" Type="http://schemas.openxmlformats.org/officeDocument/2006/relationships/image" Target="../media/image-2-1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1.png"/><Relationship Id="rId18" Type="http://schemas.openxmlformats.org/officeDocument/2006/relationships/image" Target="../media/image-2-1.png"/><Relationship Id="rId19" Type="http://schemas.openxmlformats.org/officeDocument/2006/relationships/image" Target="../media/image-2-1.png"/><Relationship Id="rId20" Type="http://schemas.openxmlformats.org/officeDocument/2006/relationships/image" Target="../media/image-2-1.png"/><Relationship Id="rId21" Type="http://schemas.openxmlformats.org/officeDocument/2006/relationships/image" Target="../media/image-2-1.png"/><Relationship Id="rId22" Type="http://schemas.openxmlformats.org/officeDocument/2006/relationships/image" Target="../media/image-2-1.png"/><Relationship Id="rId23" Type="http://schemas.openxmlformats.org/officeDocument/2006/relationships/image" Target="../media/image-2-1.png"/><Relationship Id="rId24" Type="http://schemas.openxmlformats.org/officeDocument/2006/relationships/image" Target="../media/image-2-1.png"/><Relationship Id="rId25" Type="http://schemas.openxmlformats.org/officeDocument/2006/relationships/image" Target="../media/image-2-1.png"/><Relationship Id="rId26" Type="http://schemas.openxmlformats.org/officeDocument/2006/relationships/image" Target="../media/image-2-1.png"/><Relationship Id="rId27" Type="http://schemas.openxmlformats.org/officeDocument/2006/relationships/image" Target="../media/image-2-1.png"/><Relationship Id="rId28" Type="http://schemas.openxmlformats.org/officeDocument/2006/relationships/image" Target="../media/image-2-1.png"/><Relationship Id="rId29" Type="http://schemas.openxmlformats.org/officeDocument/2006/relationships/image" Target="../media/image-2-1.png"/><Relationship Id="rId30" Type="http://schemas.openxmlformats.org/officeDocument/2006/relationships/image" Target="../media/image-2-1.png"/><Relationship Id="rId31" Type="http://schemas.openxmlformats.org/officeDocument/2006/relationships/image" Target="../media/image-2-1.png"/><Relationship Id="rId32" Type="http://schemas.openxmlformats.org/officeDocument/2006/relationships/image" Target="../media/image-2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image" Target="../media/image-3-1.png"/><Relationship Id="rId9" Type="http://schemas.openxmlformats.org/officeDocument/2006/relationships/image" Target="../media/image-3-1.png"/><Relationship Id="rId10" Type="http://schemas.openxmlformats.org/officeDocument/2006/relationships/image" Target="../media/image-3-1.png"/><Relationship Id="rId11" Type="http://schemas.openxmlformats.org/officeDocument/2006/relationships/image" Target="../media/image-3-1.png"/><Relationship Id="rId12" Type="http://schemas.openxmlformats.org/officeDocument/2006/relationships/image" Target="../media/image-3-1.png"/><Relationship Id="rId13" Type="http://schemas.openxmlformats.org/officeDocument/2006/relationships/image" Target="../media/image-3-1.png"/><Relationship Id="rId14" Type="http://schemas.openxmlformats.org/officeDocument/2006/relationships/image" Target="../media/image-3-1.png"/><Relationship Id="rId15" Type="http://schemas.openxmlformats.org/officeDocument/2006/relationships/image" Target="../media/image-3-1.png"/><Relationship Id="rId16" Type="http://schemas.openxmlformats.org/officeDocument/2006/relationships/image" Target="../media/image-3-1.png"/><Relationship Id="rId17" Type="http://schemas.openxmlformats.org/officeDocument/2006/relationships/image" Target="../media/image-3-1.png"/><Relationship Id="rId18" Type="http://schemas.openxmlformats.org/officeDocument/2006/relationships/image" Target="../media/image-3-1.png"/><Relationship Id="rId19" Type="http://schemas.openxmlformats.org/officeDocument/2006/relationships/image" Target="../media/image-3-1.png"/><Relationship Id="rId20" Type="http://schemas.openxmlformats.org/officeDocument/2006/relationships/image" Target="../media/image-3-1.png"/><Relationship Id="rId21" Type="http://schemas.openxmlformats.org/officeDocument/2006/relationships/image" Target="../media/image-3-1.png"/><Relationship Id="rId22" Type="http://schemas.openxmlformats.org/officeDocument/2006/relationships/image" Target="../media/image-3-1.png"/><Relationship Id="rId23" Type="http://schemas.openxmlformats.org/officeDocument/2006/relationships/image" Target="../media/image-3-1.png"/><Relationship Id="rId24" Type="http://schemas.openxmlformats.org/officeDocument/2006/relationships/image" Target="../media/image-3-1.png"/><Relationship Id="rId25" Type="http://schemas.openxmlformats.org/officeDocument/2006/relationships/image" Target="../media/image-3-1.png"/><Relationship Id="rId26" Type="http://schemas.openxmlformats.org/officeDocument/2006/relationships/image" Target="../media/image-3-1.png"/><Relationship Id="rId27" Type="http://schemas.openxmlformats.org/officeDocument/2006/relationships/image" Target="../media/image-3-1.png"/><Relationship Id="rId28" Type="http://schemas.openxmlformats.org/officeDocument/2006/relationships/image" Target="../media/image-3-1.png"/><Relationship Id="rId29" Type="http://schemas.openxmlformats.org/officeDocument/2006/relationships/image" Target="../media/image-3-1.png"/><Relationship Id="rId30" Type="http://schemas.openxmlformats.org/officeDocument/2006/relationships/image" Target="../media/image-3-1.png"/><Relationship Id="rId31" Type="http://schemas.openxmlformats.org/officeDocument/2006/relationships/image" Target="../media/image-3-1.png"/><Relationship Id="rId32" Type="http://schemas.openxmlformats.org/officeDocument/2006/relationships/image" Target="../media/image-3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image" Target="../media/image-4-1.png"/><Relationship Id="rId8" Type="http://schemas.openxmlformats.org/officeDocument/2006/relationships/image" Target="../media/image-4-1.png"/><Relationship Id="rId9" Type="http://schemas.openxmlformats.org/officeDocument/2006/relationships/image" Target="../media/image-4-9.png"/><Relationship Id="rId10" Type="http://schemas.openxmlformats.org/officeDocument/2006/relationships/image" Target="../media/image-4-9.png"/><Relationship Id="rId11" Type="http://schemas.openxmlformats.org/officeDocument/2006/relationships/image" Target="../media/image-4-9.png"/><Relationship Id="rId12" Type="http://schemas.openxmlformats.org/officeDocument/2006/relationships/image" Target="../media/image-4-9.png"/><Relationship Id="rId13" Type="http://schemas.openxmlformats.org/officeDocument/2006/relationships/image" Target="../media/image-4-9.png"/><Relationship Id="rId14" Type="http://schemas.openxmlformats.org/officeDocument/2006/relationships/image" Target="../media/image-4-9.png"/><Relationship Id="rId15" Type="http://schemas.openxmlformats.org/officeDocument/2006/relationships/image" Target="../media/image-4-9.png"/><Relationship Id="rId16" Type="http://schemas.openxmlformats.org/officeDocument/2006/relationships/image" Target="../media/image-4-9.png"/><Relationship Id="rId17" Type="http://schemas.openxmlformats.org/officeDocument/2006/relationships/image" Target="../media/image-4-9.png"/><Relationship Id="rId18" Type="http://schemas.openxmlformats.org/officeDocument/2006/relationships/image" Target="../media/image-4-9.png"/><Relationship Id="rId19" Type="http://schemas.openxmlformats.org/officeDocument/2006/relationships/image" Target="../media/image-4-9.png"/><Relationship Id="rId20" Type="http://schemas.openxmlformats.org/officeDocument/2006/relationships/image" Target="../media/image-4-9.png"/><Relationship Id="rId21" Type="http://schemas.openxmlformats.org/officeDocument/2006/relationships/image" Target="../media/image-4-9.png"/><Relationship Id="rId22" Type="http://schemas.openxmlformats.org/officeDocument/2006/relationships/image" Target="../media/image-4-9.png"/><Relationship Id="rId23" Type="http://schemas.openxmlformats.org/officeDocument/2006/relationships/image" Target="../media/image-4-9.png"/><Relationship Id="rId24" Type="http://schemas.openxmlformats.org/officeDocument/2006/relationships/image" Target="../media/image-4-9.png"/><Relationship Id="rId25" Type="http://schemas.openxmlformats.org/officeDocument/2006/relationships/image" Target="../media/image-4-9.png"/><Relationship Id="rId26" Type="http://schemas.openxmlformats.org/officeDocument/2006/relationships/image" Target="../media/image-4-9.png"/><Relationship Id="rId27" Type="http://schemas.openxmlformats.org/officeDocument/2006/relationships/image" Target="../media/image-4-9.png"/><Relationship Id="rId28" Type="http://schemas.openxmlformats.org/officeDocument/2006/relationships/image" Target="../media/image-4-9.png"/><Relationship Id="rId29" Type="http://schemas.openxmlformats.org/officeDocument/2006/relationships/image" Target="../media/image-4-9.png"/><Relationship Id="rId30" Type="http://schemas.openxmlformats.org/officeDocument/2006/relationships/image" Target="../media/image-4-9.png"/><Relationship Id="rId31" Type="http://schemas.openxmlformats.org/officeDocument/2006/relationships/image" Target="../media/image-4-9.png"/><Relationship Id="rId32" Type="http://schemas.openxmlformats.org/officeDocument/2006/relationships/image" Target="../media/image-4-9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1.png"/><Relationship Id="rId6" Type="http://schemas.openxmlformats.org/officeDocument/2006/relationships/image" Target="../media/image-5-1.png"/><Relationship Id="rId7" Type="http://schemas.openxmlformats.org/officeDocument/2006/relationships/image" Target="../media/image-5-1.png"/><Relationship Id="rId8" Type="http://schemas.openxmlformats.org/officeDocument/2006/relationships/image" Target="../media/image-5-1.png"/><Relationship Id="rId9" Type="http://schemas.openxmlformats.org/officeDocument/2006/relationships/image" Target="../media/image-5-1.png"/><Relationship Id="rId10" Type="http://schemas.openxmlformats.org/officeDocument/2006/relationships/image" Target="../media/image-5-1.png"/><Relationship Id="rId11" Type="http://schemas.openxmlformats.org/officeDocument/2006/relationships/image" Target="../media/image-5-1.png"/><Relationship Id="rId12" Type="http://schemas.openxmlformats.org/officeDocument/2006/relationships/image" Target="../media/image-5-1.png"/><Relationship Id="rId13" Type="http://schemas.openxmlformats.org/officeDocument/2006/relationships/image" Target="../media/image-5-1.png"/><Relationship Id="rId14" Type="http://schemas.openxmlformats.org/officeDocument/2006/relationships/image" Target="../media/image-5-1.png"/><Relationship Id="rId15" Type="http://schemas.openxmlformats.org/officeDocument/2006/relationships/image" Target="../media/image-5-1.png"/><Relationship Id="rId16" Type="http://schemas.openxmlformats.org/officeDocument/2006/relationships/image" Target="../media/image-5-1.png"/><Relationship Id="rId17" Type="http://schemas.openxmlformats.org/officeDocument/2006/relationships/image" Target="../media/image-5-1.png"/><Relationship Id="rId18" Type="http://schemas.openxmlformats.org/officeDocument/2006/relationships/image" Target="../media/image-5-1.png"/><Relationship Id="rId19" Type="http://schemas.openxmlformats.org/officeDocument/2006/relationships/image" Target="../media/image-5-1.png"/><Relationship Id="rId20" Type="http://schemas.openxmlformats.org/officeDocument/2006/relationships/image" Target="../media/image-5-1.png"/><Relationship Id="rId21" Type="http://schemas.openxmlformats.org/officeDocument/2006/relationships/image" Target="../media/image-5-1.png"/><Relationship Id="rId22" Type="http://schemas.openxmlformats.org/officeDocument/2006/relationships/image" Target="../media/image-5-1.png"/><Relationship Id="rId23" Type="http://schemas.openxmlformats.org/officeDocument/2006/relationships/image" Target="../media/image-5-1.png"/><Relationship Id="rId24" Type="http://schemas.openxmlformats.org/officeDocument/2006/relationships/image" Target="../media/image-5-1.png"/><Relationship Id="rId25" Type="http://schemas.openxmlformats.org/officeDocument/2006/relationships/image" Target="../media/image-5-1.png"/><Relationship Id="rId26" Type="http://schemas.openxmlformats.org/officeDocument/2006/relationships/image" Target="../media/image-5-1.png"/><Relationship Id="rId27" Type="http://schemas.openxmlformats.org/officeDocument/2006/relationships/image" Target="../media/image-5-1.png"/><Relationship Id="rId28" Type="http://schemas.openxmlformats.org/officeDocument/2006/relationships/image" Target="../media/image-5-1.png"/><Relationship Id="rId29" Type="http://schemas.openxmlformats.org/officeDocument/2006/relationships/image" Target="../media/image-5-1.png"/><Relationship Id="rId30" Type="http://schemas.openxmlformats.org/officeDocument/2006/relationships/image" Target="../media/image-5-1.png"/><Relationship Id="rId31" Type="http://schemas.openxmlformats.org/officeDocument/2006/relationships/image" Target="../media/image-5-1.png"/><Relationship Id="rId32" Type="http://schemas.openxmlformats.org/officeDocument/2006/relationships/image" Target="../media/image-5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image" Target="../media/image-6-1.png"/><Relationship Id="rId8" Type="http://schemas.openxmlformats.org/officeDocument/2006/relationships/image" Target="../media/image-6-1.png"/><Relationship Id="rId9" Type="http://schemas.openxmlformats.org/officeDocument/2006/relationships/image" Target="../media/image-6-1.png"/><Relationship Id="rId10" Type="http://schemas.openxmlformats.org/officeDocument/2006/relationships/image" Target="../media/image-6-1.png"/><Relationship Id="rId11" Type="http://schemas.openxmlformats.org/officeDocument/2006/relationships/image" Target="../media/image-6-1.png"/><Relationship Id="rId12" Type="http://schemas.openxmlformats.org/officeDocument/2006/relationships/image" Target="../media/image-6-1.png"/><Relationship Id="rId13" Type="http://schemas.openxmlformats.org/officeDocument/2006/relationships/image" Target="../media/image-6-1.png"/><Relationship Id="rId14" Type="http://schemas.openxmlformats.org/officeDocument/2006/relationships/image" Target="../media/image-6-1.png"/><Relationship Id="rId15" Type="http://schemas.openxmlformats.org/officeDocument/2006/relationships/image" Target="../media/image-6-1.png"/><Relationship Id="rId16" Type="http://schemas.openxmlformats.org/officeDocument/2006/relationships/image" Target="../media/image-6-1.png"/><Relationship Id="rId17" Type="http://schemas.openxmlformats.org/officeDocument/2006/relationships/image" Target="../media/image-6-1.png"/><Relationship Id="rId18" Type="http://schemas.openxmlformats.org/officeDocument/2006/relationships/image" Target="../media/image-6-1.png"/><Relationship Id="rId19" Type="http://schemas.openxmlformats.org/officeDocument/2006/relationships/image" Target="../media/image-6-1.png"/><Relationship Id="rId20" Type="http://schemas.openxmlformats.org/officeDocument/2006/relationships/image" Target="../media/image-6-1.png"/><Relationship Id="rId21" Type="http://schemas.openxmlformats.org/officeDocument/2006/relationships/image" Target="../media/image-6-1.png"/><Relationship Id="rId22" Type="http://schemas.openxmlformats.org/officeDocument/2006/relationships/image" Target="../media/image-6-1.png"/><Relationship Id="rId23" Type="http://schemas.openxmlformats.org/officeDocument/2006/relationships/image" Target="../media/image-6-1.png"/><Relationship Id="rId24" Type="http://schemas.openxmlformats.org/officeDocument/2006/relationships/image" Target="../media/image-6-1.png"/><Relationship Id="rId25" Type="http://schemas.openxmlformats.org/officeDocument/2006/relationships/image" Target="../media/image-6-1.png"/><Relationship Id="rId26" Type="http://schemas.openxmlformats.org/officeDocument/2006/relationships/image" Target="../media/image-6-1.png"/><Relationship Id="rId27" Type="http://schemas.openxmlformats.org/officeDocument/2006/relationships/image" Target="../media/image-6-1.png"/><Relationship Id="rId28" Type="http://schemas.openxmlformats.org/officeDocument/2006/relationships/image" Target="../media/image-6-1.png"/><Relationship Id="rId29" Type="http://schemas.openxmlformats.org/officeDocument/2006/relationships/image" Target="../media/image-6-1.png"/><Relationship Id="rId30" Type="http://schemas.openxmlformats.org/officeDocument/2006/relationships/image" Target="../media/image-6-1.png"/><Relationship Id="rId31" Type="http://schemas.openxmlformats.org/officeDocument/2006/relationships/image" Target="../media/image-6-1.png"/><Relationship Id="rId32" Type="http://schemas.openxmlformats.org/officeDocument/2006/relationships/image" Target="../media/image-6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image" Target="../media/image-7-1.png"/><Relationship Id="rId10" Type="http://schemas.openxmlformats.org/officeDocument/2006/relationships/image" Target="../media/image-7-1.png"/><Relationship Id="rId11" Type="http://schemas.openxmlformats.org/officeDocument/2006/relationships/image" Target="../media/image-7-1.png"/><Relationship Id="rId12" Type="http://schemas.openxmlformats.org/officeDocument/2006/relationships/image" Target="../media/image-7-1.png"/><Relationship Id="rId13" Type="http://schemas.openxmlformats.org/officeDocument/2006/relationships/image" Target="../media/image-7-1.png"/><Relationship Id="rId14" Type="http://schemas.openxmlformats.org/officeDocument/2006/relationships/image" Target="../media/image-7-1.png"/><Relationship Id="rId15" Type="http://schemas.openxmlformats.org/officeDocument/2006/relationships/image" Target="../media/image-7-1.png"/><Relationship Id="rId16" Type="http://schemas.openxmlformats.org/officeDocument/2006/relationships/image" Target="../media/image-7-1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2" name="Image 1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8" name="Image 1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64" name="Image 2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渡邊 彩音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0" name="Image 2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孝海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6" name="Image 2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2" name="Image 2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8" name="Image 2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94" name="Image 3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宋 智子 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渡邊 雅之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2" name="Image 1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8" name="Image 1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64" name="Image 2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0" name="Image 2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陽杜 くん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6" name="Image 2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2" name="Image 2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8" name="Image 2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94" name="Image 3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上原 夏紀 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2" name="Image 1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8" name="Image 1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64" name="Image 2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0" name="Image 2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辻林 みゆ希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6" name="Image 2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2" name="Image 2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8" name="Image 28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泰延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94" name="Image 3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俊宏 様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52" name="Image 1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58" name="Image 1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64" name="Image 2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70" name="Image 2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76" name="Image 2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82" name="Image 2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88" name="Image 2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渡邊 彩音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94" name="Image 3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孝海 様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宋 智子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渡邊 雅之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52" name="Image 1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58" name="Image 1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64" name="Image 2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70" name="Image 2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76" name="Image 2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82" name="Image 2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88" name="Image 2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94" name="Image 3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陽杜 くん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上原 夏紀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52" name="Image 1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58" name="Image 1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64" name="Image 2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70" name="Image 2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76" name="Image 2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82" name="Image 2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88" name="Image 2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94" name="Image 3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辻林 みゆ希 様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" name="Image 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10" name="Image 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16" name="Image 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泰延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2" name="Image 6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俊宏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28" name="Image 8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34" name="Image 10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0" name="Image 12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</p:sp>
      <p:pic>
        <p:nvPicPr>
          <p:cNvPr id="46" name="Image 14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2" name="Shape 34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3" name="Shape 35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4" name="Shape 3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5" name="Shape 3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6" name="Shape 38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9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投票用紙</dc:title>
  <dc:subject>PptxGenJS Presentation</dc:subject>
  <dc:creator>PptxGenJS</dc:creator>
  <cp:lastModifiedBy>PptxGenJS</cp:lastModifiedBy>
  <cp:revision>1</cp:revision>
  <dcterms:created xsi:type="dcterms:W3CDTF">2026-09-13T11:08:57Z</dcterms:created>
  <dcterms:modified xsi:type="dcterms:W3CDTF">2026-09-13T11:08:57Z</dcterms:modified>
</cp:coreProperties>
</file>