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image" Target="../media/image-3-30.png"/><Relationship Id="rId31" Type="http://schemas.openxmlformats.org/officeDocument/2006/relationships/image" Target="../media/image-3-31.png"/><Relationship Id="rId32" Type="http://schemas.openxmlformats.org/officeDocument/2006/relationships/image" Target="../media/image-3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河合 直樹 様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加登 楓也 様</a:t>
            </a:r>
            <a:endParaRPr lang="en-US" sz="24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 ギョム 様</a:t>
            </a:r>
            <a:endParaRPr lang="en-US" sz="24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阿南 心香 様</a:t>
            </a:r>
            <a:endParaRPr lang="en-US" sz="24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岡本 典子 様</a:t>
            </a:r>
            <a:endParaRPr lang="en-US" sz="24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趙 顯秀 様</a:t>
            </a:r>
            <a:endParaRPr lang="en-US" sz="24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山根 直樹 様</a:t>
            </a:r>
            <a:endParaRPr lang="en-US" sz="24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森本 菜奈絵 様</a:t>
            </a:r>
            <a:endParaRPr lang="en-US" sz="24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遠藤 優佳 様</a:t>
            </a:r>
            <a:endParaRPr lang="en-US" sz="24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永澤 友梨 様</a:t>
            </a:r>
            <a:endParaRPr lang="en-US" sz="24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6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彩音 様</a:t>
            </a:r>
            <a:endParaRPr lang="en-US" sz="24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0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孝海 様</a:t>
            </a:r>
            <a:endParaRPr lang="en-US" sz="24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秀海 様</a:t>
            </a:r>
            <a:endParaRPr lang="en-US" sz="24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2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伶海 様</a:t>
            </a:r>
            <a:endParaRPr lang="en-US" sz="24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鈴木 亜海 様</a:t>
            </a:r>
            <a:endParaRPr lang="en-US" sz="24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94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宋 智子 様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島田 崇司 様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飛松 虎太朗 様</a:t>
            </a:r>
            <a:endParaRPr lang="en-US" sz="24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雅之 様</a:t>
            </a:r>
            <a:endParaRPr lang="en-US" sz="24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中山 瑠惟 様</a:t>
            </a:r>
            <a:endParaRPr lang="en-US" sz="24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吉田 賢史 様</a:t>
            </a:r>
            <a:endParaRPr lang="en-US" sz="24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津田 昂輝 様</a:t>
            </a:r>
            <a:endParaRPr lang="en-US" sz="24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安永 俊樹 様</a:t>
            </a:r>
            <a:endParaRPr lang="en-US" sz="24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昭元 公輝 様</a:t>
            </a:r>
            <a:endParaRPr lang="en-US" sz="24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 貴裕 様</a:t>
            </a:r>
            <a:endParaRPr lang="en-US" sz="24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大泉 周平 様</a:t>
            </a:r>
            <a:endParaRPr lang="en-US" sz="24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6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勇汰 様</a:t>
            </a:r>
            <a:endParaRPr lang="en-US" sz="24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0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陽杜 くん</a:t>
            </a:r>
            <a:endParaRPr lang="en-US" sz="24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晴香 様</a:t>
            </a:r>
            <a:endParaRPr lang="en-US" sz="24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2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溝渕 比奈子 様</a:t>
            </a:r>
            <a:endParaRPr lang="en-US" sz="24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畑中 聖奈 様</a:t>
            </a:r>
            <a:endParaRPr lang="en-US" sz="24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94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上原 夏紀 様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橋村 ちゆき 様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森口 小春 様</a:t>
            </a:r>
            <a:endParaRPr lang="en-US" sz="24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渕上 綾香 様</a:t>
            </a:r>
            <a:endParaRPr lang="en-US" sz="24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岩井 玲香 様</a:t>
            </a:r>
            <a:endParaRPr lang="en-US" sz="24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真梨愛 様</a:t>
            </a:r>
            <a:endParaRPr lang="en-US" sz="24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3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野津 佳音 様</a:t>
            </a:r>
            <a:endParaRPr lang="en-US" sz="24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城戸 唯 様</a:t>
            </a:r>
            <a:endParaRPr lang="en-US" sz="24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5798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肖 様</a:t>
            </a:r>
            <a:endParaRPr lang="en-US" sz="24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越澤 緑咲 様</a:t>
            </a:r>
            <a:endParaRPr lang="en-US" sz="24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5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嘉剛 様</a:t>
            </a:r>
            <a:endParaRPr lang="en-US" sz="24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6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領祐 様</a:t>
            </a:r>
            <a:endParaRPr lang="en-US" sz="24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0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6674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辻林 みゆ希 様</a:t>
            </a:r>
            <a:endParaRPr lang="en-US" sz="24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7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門岡 綾希子 様</a:t>
            </a:r>
            <a:endParaRPr lang="en-US" sz="24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2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公美子 様</a:t>
            </a:r>
            <a:endParaRPr lang="en-US" sz="24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8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泰延 様</a:t>
            </a:r>
            <a:endParaRPr lang="en-US" sz="24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94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7550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俊宏 様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知子 様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藤原 小矢佳 様</a:t>
            </a:r>
            <a:endParaRPr lang="en-US" sz="24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瀧井 万友美 様</a:t>
            </a:r>
            <a:endParaRPr lang="en-US" sz="24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49224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香里 様</a:t>
            </a:r>
            <a:endParaRPr lang="en-US" sz="24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7" name="Shape 17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8" name="Shape 18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9" name="Shape 19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0" name="Shape 20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1" name="Shape 21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2" name="Shape 22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3" name="Shape 23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5" name="Shape 25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7" name="Shape 27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投票用紙</dc:title>
  <dc:subject>PptxGenJS Presentation</dc:subject>
  <dc:creator>PptxGenJS</dc:creator>
  <cp:lastModifiedBy>PptxGenJS</cp:lastModifiedBy>
  <cp:revision>1</cp:revision>
  <dcterms:created xsi:type="dcterms:W3CDTF">2026-09-13T10:58:17Z</dcterms:created>
  <dcterms:modified xsi:type="dcterms:W3CDTF">2026-09-13T10:58:17Z</dcterms:modified>
</cp:coreProperties>
</file>