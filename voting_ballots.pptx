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04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渡邉</a:t>
            </a: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彩音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孝海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宋 智子 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渡邉</a:t>
            </a: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雅之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陽杜 くん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上原 夏紀 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辻林 みゆ希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</a:t>
            </a:r>
            <a:r>
              <a:rPr lang="ja-JP" alt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</a:t>
            </a: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泰延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</a:t>
            </a:r>
            <a:r>
              <a:rPr lang="ja-JP" alt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</a:t>
            </a: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俊宏 様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</a:t>
            </a:r>
            <a:r>
              <a:rPr lang="ja-JP" alt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邉</a:t>
            </a: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彩音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孝海 様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宋 智子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渡邉</a:t>
            </a: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雅之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陽杜 くん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上原 夏紀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辻林 みゆ希 様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</a:t>
            </a: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泰延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</a:t>
            </a: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俊宏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Shape 34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Shape 35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Shape 3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Shape 3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38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9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428</Words>
  <Application>Microsoft Office PowerPoint</Application>
  <PresentationFormat>ワイド画面</PresentationFormat>
  <Paragraphs>215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0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投票用紙</dc:title>
  <dc:subject>PptxGenJS Presentation</dc:subject>
  <dc:creator>PptxGenJS</dc:creator>
  <cp:lastModifiedBy>宋　勇希</cp:lastModifiedBy>
  <cp:revision>3</cp:revision>
  <dcterms:created xsi:type="dcterms:W3CDTF">2026-09-13T11:08:57Z</dcterms:created>
  <dcterms:modified xsi:type="dcterms:W3CDTF">2026-09-13T14:12:32Z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2026-09-13T12:13:12Z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9d974004-9a00-42fc-9589-3ba1aae291b6</vt:lpwstr>
  </property>
  <property fmtid="{D5CDD505-2E9C-101B-9397-08002B2CF9AE}" pid="7" name="MSIP_Label_defa4170-0d19-0005-0004-bc88714345d2_ActionId">
    <vt:lpwstr>94f5e22c-4d9a-4aee-b2f3-edb6097ac601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