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image" Target="../media/image-3-30.png"/><Relationship Id="rId31" Type="http://schemas.openxmlformats.org/officeDocument/2006/relationships/image" Target="../media/image-3-31.png"/><Relationship Id="rId32" Type="http://schemas.openxmlformats.org/officeDocument/2006/relationships/image" Target="../media/image-3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667512"/>
            <a:ext cx="228600" cy="2286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河合 直樹 様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3" name="Shape 9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667512"/>
            <a:ext cx="228600" cy="2286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3375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加登 楓也 様</a:t>
            </a:r>
            <a:endParaRPr lang="en-US" sz="2400" dirty="0"/>
          </a:p>
        </p:txBody>
      </p:sp>
      <p:sp>
        <p:nvSpPr>
          <p:cNvPr id="22" name="Shape 16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23" name="Shape 17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667512"/>
            <a:ext cx="228600" cy="228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1722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 ギョム 様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3" name="Shape 25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1984" y="667512"/>
            <a:ext cx="228600" cy="2286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900684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阿南 心香 様</a:t>
            </a:r>
            <a:endParaRPr lang="en-US" sz="2400" dirty="0"/>
          </a:p>
        </p:txBody>
      </p:sp>
      <p:sp>
        <p:nvSpPr>
          <p:cNvPr id="42" name="Shape 32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3" name="Shape 33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064" y="2176272"/>
            <a:ext cx="228600" cy="228600"/>
          </a:xfrm>
          <a:prstGeom prst="rect">
            <a:avLst/>
          </a:prstGeom>
        </p:spPr>
      </p:pic>
      <p:sp>
        <p:nvSpPr>
          <p:cNvPr id="46" name="Shape 34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8" name="Shape 36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9" name="Shape 37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1" name="Text 39"/>
          <p:cNvSpPr txBox="1"/>
          <p:nvPr/>
        </p:nvSpPr>
        <p:spPr>
          <a:xfrm>
            <a:off x="50292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岡本 典子 様</a:t>
            </a:r>
            <a:endParaRPr lang="en-US" sz="2400" dirty="0"/>
          </a:p>
        </p:txBody>
      </p:sp>
      <p:sp>
        <p:nvSpPr>
          <p:cNvPr id="52" name="Shape 4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53" name="Shape 4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5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32704" y="2176272"/>
            <a:ext cx="228600" cy="228600"/>
          </a:xfrm>
          <a:prstGeom prst="rect">
            <a:avLst/>
          </a:prstGeom>
        </p:spPr>
      </p:pic>
      <p:sp>
        <p:nvSpPr>
          <p:cNvPr id="56" name="Shape 42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8" name="Shape 44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9" name="Shape 45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0" name="Shape 46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1" name="Text 47"/>
          <p:cNvSpPr txBox="1"/>
          <p:nvPr/>
        </p:nvSpPr>
        <p:spPr>
          <a:xfrm>
            <a:off x="333756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趙 顯秀 様</a:t>
            </a:r>
            <a:endParaRPr lang="en-US" sz="2400" dirty="0"/>
          </a:p>
        </p:txBody>
      </p:sp>
      <p:sp>
        <p:nvSpPr>
          <p:cNvPr id="62" name="Shape 48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63" name="Shape 49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67344" y="2176272"/>
            <a:ext cx="228600" cy="228600"/>
          </a:xfrm>
          <a:prstGeom prst="rect">
            <a:avLst/>
          </a:prstGeom>
        </p:spPr>
      </p:pic>
      <p:sp>
        <p:nvSpPr>
          <p:cNvPr id="66" name="Shape 50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7" name="Shape 51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8" name="Shape 52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9" name="Shape 53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0" name="Shape 54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1" name="Text 55"/>
          <p:cNvSpPr txBox="1"/>
          <p:nvPr/>
        </p:nvSpPr>
        <p:spPr>
          <a:xfrm>
            <a:off x="617220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山根 直樹 様</a:t>
            </a:r>
            <a:endParaRPr lang="en-US" sz="2400" dirty="0"/>
          </a:p>
        </p:txBody>
      </p:sp>
      <p:sp>
        <p:nvSpPr>
          <p:cNvPr id="72" name="Shape 56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73" name="Shape 57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7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1984" y="2176272"/>
            <a:ext cx="228600" cy="228600"/>
          </a:xfrm>
          <a:prstGeom prst="rect">
            <a:avLst/>
          </a:prstGeom>
        </p:spPr>
      </p:pic>
      <p:sp>
        <p:nvSpPr>
          <p:cNvPr id="76" name="Shape 58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7" name="Shape 59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8" name="Shape 60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9" name="Shape 61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0" name="Shape 62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1" name="Text 63"/>
          <p:cNvSpPr txBox="1"/>
          <p:nvPr/>
        </p:nvSpPr>
        <p:spPr>
          <a:xfrm>
            <a:off x="900684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森本 菜奈絵 様</a:t>
            </a:r>
            <a:endParaRPr lang="en-US" sz="2400" dirty="0"/>
          </a:p>
        </p:txBody>
      </p:sp>
      <p:sp>
        <p:nvSpPr>
          <p:cNvPr id="82" name="Shape 64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83" name="Shape 65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8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8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98064" y="3685032"/>
            <a:ext cx="228600" cy="228600"/>
          </a:xfrm>
          <a:prstGeom prst="rect">
            <a:avLst/>
          </a:prstGeom>
        </p:spPr>
      </p:pic>
      <p:sp>
        <p:nvSpPr>
          <p:cNvPr id="86" name="Shape 66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7" name="Shape 67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8" name="Shape 68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9" name="Shape 69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0" name="Shape 70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1" name="Text 71"/>
          <p:cNvSpPr txBox="1"/>
          <p:nvPr/>
        </p:nvSpPr>
        <p:spPr>
          <a:xfrm>
            <a:off x="50292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遠藤 優佳 様</a:t>
            </a:r>
            <a:endParaRPr lang="en-US" sz="2400" dirty="0"/>
          </a:p>
        </p:txBody>
      </p:sp>
      <p:sp>
        <p:nvSpPr>
          <p:cNvPr id="92" name="Shape 72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93" name="Shape 73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9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9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32704" y="3685032"/>
            <a:ext cx="228600" cy="228600"/>
          </a:xfrm>
          <a:prstGeom prst="rect">
            <a:avLst/>
          </a:prstGeom>
        </p:spPr>
      </p:pic>
      <p:sp>
        <p:nvSpPr>
          <p:cNvPr id="96" name="Shape 7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7" name="Shape 7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8" name="Shape 7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9" name="Shape 7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0" name="Shape 7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1" name="Text 79"/>
          <p:cNvSpPr txBox="1"/>
          <p:nvPr/>
        </p:nvSpPr>
        <p:spPr>
          <a:xfrm>
            <a:off x="333756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永澤 友梨 様</a:t>
            </a:r>
            <a:endParaRPr lang="en-US" sz="2400" dirty="0"/>
          </a:p>
        </p:txBody>
      </p:sp>
      <p:sp>
        <p:nvSpPr>
          <p:cNvPr id="102" name="Shape 8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03" name="Shape 8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0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0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67344" y="3685032"/>
            <a:ext cx="228600" cy="228600"/>
          </a:xfrm>
          <a:prstGeom prst="rect">
            <a:avLst/>
          </a:prstGeom>
        </p:spPr>
      </p:pic>
      <p:sp>
        <p:nvSpPr>
          <p:cNvPr id="106" name="Shape 82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7" name="Shape 83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8" name="Shape 84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9" name="Shape 85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0" name="Shape 86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1" name="Text 87"/>
          <p:cNvSpPr txBox="1"/>
          <p:nvPr/>
        </p:nvSpPr>
        <p:spPr>
          <a:xfrm>
            <a:off x="617220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彩音 様</a:t>
            </a:r>
            <a:endParaRPr lang="en-US" sz="2400" dirty="0"/>
          </a:p>
        </p:txBody>
      </p:sp>
      <p:sp>
        <p:nvSpPr>
          <p:cNvPr id="112" name="Shape 88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13" name="Shape 89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1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1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01984" y="3685032"/>
            <a:ext cx="228600" cy="228600"/>
          </a:xfrm>
          <a:prstGeom prst="rect">
            <a:avLst/>
          </a:prstGeom>
        </p:spPr>
      </p:pic>
      <p:sp>
        <p:nvSpPr>
          <p:cNvPr id="116" name="Shape 90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7" name="Shape 91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8" name="Shape 92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9" name="Shape 93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0" name="Shape 94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1" name="Text 95"/>
          <p:cNvSpPr txBox="1"/>
          <p:nvPr/>
        </p:nvSpPr>
        <p:spPr>
          <a:xfrm>
            <a:off x="900684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孝海 様</a:t>
            </a:r>
            <a:endParaRPr lang="en-US" sz="2400" dirty="0"/>
          </a:p>
        </p:txBody>
      </p:sp>
      <p:sp>
        <p:nvSpPr>
          <p:cNvPr id="122" name="Shape 96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23" name="Shape 97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24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25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798064" y="5193792"/>
            <a:ext cx="228600" cy="228600"/>
          </a:xfrm>
          <a:prstGeom prst="rect">
            <a:avLst/>
          </a:prstGeom>
        </p:spPr>
      </p:pic>
      <p:sp>
        <p:nvSpPr>
          <p:cNvPr id="126" name="Shape 98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7" name="Shape 99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8" name="Shape 100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9" name="Shape 101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0" name="Shape 102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1" name="Text 103"/>
          <p:cNvSpPr txBox="1"/>
          <p:nvPr/>
        </p:nvSpPr>
        <p:spPr>
          <a:xfrm>
            <a:off x="50292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秀海 様</a:t>
            </a:r>
            <a:endParaRPr lang="en-US" sz="2400" dirty="0"/>
          </a:p>
        </p:txBody>
      </p:sp>
      <p:sp>
        <p:nvSpPr>
          <p:cNvPr id="132" name="Shape 104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33" name="Shape 105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34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35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32704" y="5193792"/>
            <a:ext cx="228600" cy="228600"/>
          </a:xfrm>
          <a:prstGeom prst="rect">
            <a:avLst/>
          </a:prstGeom>
        </p:spPr>
      </p:pic>
      <p:sp>
        <p:nvSpPr>
          <p:cNvPr id="136" name="Shape 106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7" name="Shape 107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8" name="Shape 108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9" name="Shape 109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0" name="Shape 110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1" name="Text 111"/>
          <p:cNvSpPr txBox="1"/>
          <p:nvPr/>
        </p:nvSpPr>
        <p:spPr>
          <a:xfrm>
            <a:off x="333756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伶海 様</a:t>
            </a:r>
            <a:endParaRPr lang="en-US" sz="2400" dirty="0"/>
          </a:p>
        </p:txBody>
      </p:sp>
      <p:sp>
        <p:nvSpPr>
          <p:cNvPr id="142" name="Shape 112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43" name="Shape 113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4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45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67344" y="5193792"/>
            <a:ext cx="228600" cy="228600"/>
          </a:xfrm>
          <a:prstGeom prst="rect">
            <a:avLst/>
          </a:prstGeom>
        </p:spPr>
      </p:pic>
      <p:sp>
        <p:nvSpPr>
          <p:cNvPr id="146" name="Shape 114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7" name="Shape 115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8" name="Shape 116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9" name="Shape 117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0" name="Shape 118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1" name="Text 119"/>
          <p:cNvSpPr txBox="1"/>
          <p:nvPr/>
        </p:nvSpPr>
        <p:spPr>
          <a:xfrm>
            <a:off x="617220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鈴木 亜海 様</a:t>
            </a:r>
            <a:endParaRPr lang="en-US" sz="2400" dirty="0"/>
          </a:p>
        </p:txBody>
      </p:sp>
      <p:sp>
        <p:nvSpPr>
          <p:cNvPr id="152" name="Shape 12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53" name="Shape 12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4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55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01984" y="5193792"/>
            <a:ext cx="228600" cy="228600"/>
          </a:xfrm>
          <a:prstGeom prst="rect">
            <a:avLst/>
          </a:prstGeom>
        </p:spPr>
      </p:pic>
      <p:sp>
        <p:nvSpPr>
          <p:cNvPr id="156" name="Shape 122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7" name="Shape 123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8" name="Shape 124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9" name="Shape 125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60" name="Shape 126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61" name="Text 127"/>
          <p:cNvSpPr txBox="1"/>
          <p:nvPr/>
        </p:nvSpPr>
        <p:spPr>
          <a:xfrm>
            <a:off x="900684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宋 智子 様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667512"/>
            <a:ext cx="228600" cy="2286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島田 崇司 様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3" name="Shape 9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667512"/>
            <a:ext cx="228600" cy="2286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3375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飛松 虎太朗 様</a:t>
            </a:r>
            <a:endParaRPr lang="en-US" sz="2400" dirty="0"/>
          </a:p>
        </p:txBody>
      </p:sp>
      <p:sp>
        <p:nvSpPr>
          <p:cNvPr id="22" name="Shape 16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23" name="Shape 17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667512"/>
            <a:ext cx="228600" cy="228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1722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雅之 様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3" name="Shape 25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1984" y="667512"/>
            <a:ext cx="228600" cy="2286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900684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中山 瑠惟 様</a:t>
            </a:r>
            <a:endParaRPr lang="en-US" sz="2400" dirty="0"/>
          </a:p>
        </p:txBody>
      </p:sp>
      <p:sp>
        <p:nvSpPr>
          <p:cNvPr id="42" name="Shape 32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3" name="Shape 33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064" y="2176272"/>
            <a:ext cx="228600" cy="228600"/>
          </a:xfrm>
          <a:prstGeom prst="rect">
            <a:avLst/>
          </a:prstGeom>
        </p:spPr>
      </p:pic>
      <p:sp>
        <p:nvSpPr>
          <p:cNvPr id="46" name="Shape 34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8" name="Shape 36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9" name="Shape 37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1" name="Text 39"/>
          <p:cNvSpPr txBox="1"/>
          <p:nvPr/>
        </p:nvSpPr>
        <p:spPr>
          <a:xfrm>
            <a:off x="50292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吉田 賢史 様</a:t>
            </a:r>
            <a:endParaRPr lang="en-US" sz="2400" dirty="0"/>
          </a:p>
        </p:txBody>
      </p:sp>
      <p:sp>
        <p:nvSpPr>
          <p:cNvPr id="52" name="Shape 4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53" name="Shape 4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5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32704" y="2176272"/>
            <a:ext cx="228600" cy="228600"/>
          </a:xfrm>
          <a:prstGeom prst="rect">
            <a:avLst/>
          </a:prstGeom>
        </p:spPr>
      </p:pic>
      <p:sp>
        <p:nvSpPr>
          <p:cNvPr id="56" name="Shape 42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8" name="Shape 44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9" name="Shape 45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0" name="Shape 46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1" name="Text 47"/>
          <p:cNvSpPr txBox="1"/>
          <p:nvPr/>
        </p:nvSpPr>
        <p:spPr>
          <a:xfrm>
            <a:off x="333756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津田 昂輝 様</a:t>
            </a:r>
            <a:endParaRPr lang="en-US" sz="2400" dirty="0"/>
          </a:p>
        </p:txBody>
      </p:sp>
      <p:sp>
        <p:nvSpPr>
          <p:cNvPr id="62" name="Shape 48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63" name="Shape 49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67344" y="2176272"/>
            <a:ext cx="228600" cy="228600"/>
          </a:xfrm>
          <a:prstGeom prst="rect">
            <a:avLst/>
          </a:prstGeom>
        </p:spPr>
      </p:pic>
      <p:sp>
        <p:nvSpPr>
          <p:cNvPr id="66" name="Shape 50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7" name="Shape 51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8" name="Shape 52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9" name="Shape 53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0" name="Shape 54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1" name="Text 55"/>
          <p:cNvSpPr txBox="1"/>
          <p:nvPr/>
        </p:nvSpPr>
        <p:spPr>
          <a:xfrm>
            <a:off x="617220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安永 俊樹 様</a:t>
            </a:r>
            <a:endParaRPr lang="en-US" sz="2400" dirty="0"/>
          </a:p>
        </p:txBody>
      </p:sp>
      <p:sp>
        <p:nvSpPr>
          <p:cNvPr id="72" name="Shape 56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73" name="Shape 57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7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1984" y="2176272"/>
            <a:ext cx="228600" cy="228600"/>
          </a:xfrm>
          <a:prstGeom prst="rect">
            <a:avLst/>
          </a:prstGeom>
        </p:spPr>
      </p:pic>
      <p:sp>
        <p:nvSpPr>
          <p:cNvPr id="76" name="Shape 58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7" name="Shape 59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8" name="Shape 60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9" name="Shape 61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0" name="Shape 62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1" name="Text 63"/>
          <p:cNvSpPr txBox="1"/>
          <p:nvPr/>
        </p:nvSpPr>
        <p:spPr>
          <a:xfrm>
            <a:off x="900684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昭元 公輝 様</a:t>
            </a:r>
            <a:endParaRPr lang="en-US" sz="2400" dirty="0"/>
          </a:p>
        </p:txBody>
      </p:sp>
      <p:sp>
        <p:nvSpPr>
          <p:cNvPr id="82" name="Shape 64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83" name="Shape 65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8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8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98064" y="3685032"/>
            <a:ext cx="228600" cy="228600"/>
          </a:xfrm>
          <a:prstGeom prst="rect">
            <a:avLst/>
          </a:prstGeom>
        </p:spPr>
      </p:pic>
      <p:sp>
        <p:nvSpPr>
          <p:cNvPr id="86" name="Shape 66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7" name="Shape 67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8" name="Shape 68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9" name="Shape 69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0" name="Shape 70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1" name="Text 71"/>
          <p:cNvSpPr txBox="1"/>
          <p:nvPr/>
        </p:nvSpPr>
        <p:spPr>
          <a:xfrm>
            <a:off x="50292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 貴裕 様</a:t>
            </a:r>
            <a:endParaRPr lang="en-US" sz="2400" dirty="0"/>
          </a:p>
        </p:txBody>
      </p:sp>
      <p:sp>
        <p:nvSpPr>
          <p:cNvPr id="92" name="Shape 72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93" name="Shape 73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9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9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32704" y="3685032"/>
            <a:ext cx="228600" cy="228600"/>
          </a:xfrm>
          <a:prstGeom prst="rect">
            <a:avLst/>
          </a:prstGeom>
        </p:spPr>
      </p:pic>
      <p:sp>
        <p:nvSpPr>
          <p:cNvPr id="96" name="Shape 7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7" name="Shape 7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8" name="Shape 7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9" name="Shape 7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0" name="Shape 7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1" name="Text 79"/>
          <p:cNvSpPr txBox="1"/>
          <p:nvPr/>
        </p:nvSpPr>
        <p:spPr>
          <a:xfrm>
            <a:off x="333756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大泉 周平 様</a:t>
            </a:r>
            <a:endParaRPr lang="en-US" sz="2400" dirty="0"/>
          </a:p>
        </p:txBody>
      </p:sp>
      <p:sp>
        <p:nvSpPr>
          <p:cNvPr id="102" name="Shape 8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03" name="Shape 8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0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0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67344" y="3685032"/>
            <a:ext cx="228600" cy="228600"/>
          </a:xfrm>
          <a:prstGeom prst="rect">
            <a:avLst/>
          </a:prstGeom>
        </p:spPr>
      </p:pic>
      <p:sp>
        <p:nvSpPr>
          <p:cNvPr id="106" name="Shape 82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7" name="Shape 83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8" name="Shape 84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9" name="Shape 85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0" name="Shape 86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1" name="Text 87"/>
          <p:cNvSpPr txBox="1"/>
          <p:nvPr/>
        </p:nvSpPr>
        <p:spPr>
          <a:xfrm>
            <a:off x="617220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勇汰 様</a:t>
            </a:r>
            <a:endParaRPr lang="en-US" sz="2400" dirty="0"/>
          </a:p>
        </p:txBody>
      </p:sp>
      <p:sp>
        <p:nvSpPr>
          <p:cNvPr id="112" name="Shape 88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13" name="Shape 89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1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1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01984" y="3685032"/>
            <a:ext cx="228600" cy="228600"/>
          </a:xfrm>
          <a:prstGeom prst="rect">
            <a:avLst/>
          </a:prstGeom>
        </p:spPr>
      </p:pic>
      <p:sp>
        <p:nvSpPr>
          <p:cNvPr id="116" name="Shape 90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7" name="Shape 91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8" name="Shape 92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9" name="Shape 93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0" name="Shape 94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1" name="Text 95"/>
          <p:cNvSpPr txBox="1"/>
          <p:nvPr/>
        </p:nvSpPr>
        <p:spPr>
          <a:xfrm>
            <a:off x="900684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陽杜 くん</a:t>
            </a:r>
            <a:endParaRPr lang="en-US" sz="2400" dirty="0"/>
          </a:p>
        </p:txBody>
      </p:sp>
      <p:sp>
        <p:nvSpPr>
          <p:cNvPr id="122" name="Shape 96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23" name="Shape 97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24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25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798064" y="5193792"/>
            <a:ext cx="228600" cy="228600"/>
          </a:xfrm>
          <a:prstGeom prst="rect">
            <a:avLst/>
          </a:prstGeom>
        </p:spPr>
      </p:pic>
      <p:sp>
        <p:nvSpPr>
          <p:cNvPr id="126" name="Shape 98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7" name="Shape 99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8" name="Shape 100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9" name="Shape 101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0" name="Shape 102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1" name="Text 103"/>
          <p:cNvSpPr txBox="1"/>
          <p:nvPr/>
        </p:nvSpPr>
        <p:spPr>
          <a:xfrm>
            <a:off x="50292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晴香 様</a:t>
            </a:r>
            <a:endParaRPr lang="en-US" sz="2400" dirty="0"/>
          </a:p>
        </p:txBody>
      </p:sp>
      <p:sp>
        <p:nvSpPr>
          <p:cNvPr id="132" name="Shape 104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33" name="Shape 105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34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35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32704" y="5193792"/>
            <a:ext cx="228600" cy="228600"/>
          </a:xfrm>
          <a:prstGeom prst="rect">
            <a:avLst/>
          </a:prstGeom>
        </p:spPr>
      </p:pic>
      <p:sp>
        <p:nvSpPr>
          <p:cNvPr id="136" name="Shape 106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7" name="Shape 107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8" name="Shape 108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9" name="Shape 109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0" name="Shape 110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1" name="Text 111"/>
          <p:cNvSpPr txBox="1"/>
          <p:nvPr/>
        </p:nvSpPr>
        <p:spPr>
          <a:xfrm>
            <a:off x="333756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溝渕 比奈子 様</a:t>
            </a:r>
            <a:endParaRPr lang="en-US" sz="2400" dirty="0"/>
          </a:p>
        </p:txBody>
      </p:sp>
      <p:sp>
        <p:nvSpPr>
          <p:cNvPr id="142" name="Shape 112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43" name="Shape 113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4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45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67344" y="5193792"/>
            <a:ext cx="228600" cy="228600"/>
          </a:xfrm>
          <a:prstGeom prst="rect">
            <a:avLst/>
          </a:prstGeom>
        </p:spPr>
      </p:pic>
      <p:sp>
        <p:nvSpPr>
          <p:cNvPr id="146" name="Shape 114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7" name="Shape 115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8" name="Shape 116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9" name="Shape 117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0" name="Shape 118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1" name="Text 119"/>
          <p:cNvSpPr txBox="1"/>
          <p:nvPr/>
        </p:nvSpPr>
        <p:spPr>
          <a:xfrm>
            <a:off x="617220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畑中 聖奈 様</a:t>
            </a:r>
            <a:endParaRPr lang="en-US" sz="2400" dirty="0"/>
          </a:p>
        </p:txBody>
      </p:sp>
      <p:sp>
        <p:nvSpPr>
          <p:cNvPr id="152" name="Shape 12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53" name="Shape 12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4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55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01984" y="5193792"/>
            <a:ext cx="228600" cy="228600"/>
          </a:xfrm>
          <a:prstGeom prst="rect">
            <a:avLst/>
          </a:prstGeom>
        </p:spPr>
      </p:pic>
      <p:sp>
        <p:nvSpPr>
          <p:cNvPr id="156" name="Shape 122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7" name="Shape 123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8" name="Shape 124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9" name="Shape 125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60" name="Shape 126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61" name="Text 127"/>
          <p:cNvSpPr txBox="1"/>
          <p:nvPr/>
        </p:nvSpPr>
        <p:spPr>
          <a:xfrm>
            <a:off x="900684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上原 夏紀 様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667512"/>
            <a:ext cx="228600" cy="2286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橋村 ちゆき 様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3" name="Shape 9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667512"/>
            <a:ext cx="228600" cy="2286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3375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森口 小春 様</a:t>
            </a:r>
            <a:endParaRPr lang="en-US" sz="2400" dirty="0"/>
          </a:p>
        </p:txBody>
      </p:sp>
      <p:sp>
        <p:nvSpPr>
          <p:cNvPr id="22" name="Shape 16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23" name="Shape 17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667512"/>
            <a:ext cx="228600" cy="228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1722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渕上 綾香 様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3" name="Shape 25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1984" y="667512"/>
            <a:ext cx="228600" cy="2286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900684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岩井 玲香 様</a:t>
            </a:r>
            <a:endParaRPr lang="en-US" sz="2400" dirty="0"/>
          </a:p>
        </p:txBody>
      </p:sp>
      <p:sp>
        <p:nvSpPr>
          <p:cNvPr id="42" name="Shape 32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3" name="Shape 33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98064" y="2176272"/>
            <a:ext cx="228600" cy="228600"/>
          </a:xfrm>
          <a:prstGeom prst="rect">
            <a:avLst/>
          </a:prstGeom>
        </p:spPr>
      </p:pic>
      <p:sp>
        <p:nvSpPr>
          <p:cNvPr id="46" name="Shape 34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8" name="Shape 36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9" name="Shape 37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1" name="Text 39"/>
          <p:cNvSpPr txBox="1"/>
          <p:nvPr/>
        </p:nvSpPr>
        <p:spPr>
          <a:xfrm>
            <a:off x="50292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真梨愛 様</a:t>
            </a:r>
            <a:endParaRPr lang="en-US" sz="2400" dirty="0"/>
          </a:p>
        </p:txBody>
      </p:sp>
      <p:sp>
        <p:nvSpPr>
          <p:cNvPr id="52" name="Shape 40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53" name="Shape 41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54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5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32704" y="2176272"/>
            <a:ext cx="228600" cy="228600"/>
          </a:xfrm>
          <a:prstGeom prst="rect">
            <a:avLst/>
          </a:prstGeom>
        </p:spPr>
      </p:pic>
      <p:sp>
        <p:nvSpPr>
          <p:cNvPr id="56" name="Shape 42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8" name="Shape 44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59" name="Shape 45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0" name="Shape 46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1" name="Text 47"/>
          <p:cNvSpPr txBox="1"/>
          <p:nvPr/>
        </p:nvSpPr>
        <p:spPr>
          <a:xfrm>
            <a:off x="333756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野津 佳音 様</a:t>
            </a:r>
            <a:endParaRPr lang="en-US" sz="2400" dirty="0"/>
          </a:p>
        </p:txBody>
      </p:sp>
      <p:sp>
        <p:nvSpPr>
          <p:cNvPr id="62" name="Shape 48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63" name="Shape 49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6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67344" y="2176272"/>
            <a:ext cx="228600" cy="228600"/>
          </a:xfrm>
          <a:prstGeom prst="rect">
            <a:avLst/>
          </a:prstGeom>
        </p:spPr>
      </p:pic>
      <p:sp>
        <p:nvSpPr>
          <p:cNvPr id="66" name="Shape 50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7" name="Shape 51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8" name="Shape 52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69" name="Shape 53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0" name="Shape 54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1" name="Text 55"/>
          <p:cNvSpPr txBox="1"/>
          <p:nvPr/>
        </p:nvSpPr>
        <p:spPr>
          <a:xfrm>
            <a:off x="617220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城戸 唯 様</a:t>
            </a:r>
            <a:endParaRPr lang="en-US" sz="2400" dirty="0"/>
          </a:p>
        </p:txBody>
      </p:sp>
      <p:sp>
        <p:nvSpPr>
          <p:cNvPr id="72" name="Shape 56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73" name="Shape 57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7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7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01984" y="2176272"/>
            <a:ext cx="228600" cy="228600"/>
          </a:xfrm>
          <a:prstGeom prst="rect">
            <a:avLst/>
          </a:prstGeom>
        </p:spPr>
      </p:pic>
      <p:sp>
        <p:nvSpPr>
          <p:cNvPr id="76" name="Shape 58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7" name="Shape 59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8" name="Shape 60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9" name="Shape 61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0" name="Shape 62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1" name="Text 63"/>
          <p:cNvSpPr txBox="1"/>
          <p:nvPr/>
        </p:nvSpPr>
        <p:spPr>
          <a:xfrm>
            <a:off x="9006840" y="25146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肖 様</a:t>
            </a:r>
            <a:endParaRPr lang="en-US" sz="2400" dirty="0"/>
          </a:p>
        </p:txBody>
      </p:sp>
      <p:sp>
        <p:nvSpPr>
          <p:cNvPr id="82" name="Shape 64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83" name="Shape 65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8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85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98064" y="3685032"/>
            <a:ext cx="228600" cy="228600"/>
          </a:xfrm>
          <a:prstGeom prst="rect">
            <a:avLst/>
          </a:prstGeom>
        </p:spPr>
      </p:pic>
      <p:sp>
        <p:nvSpPr>
          <p:cNvPr id="86" name="Shape 66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7" name="Shape 67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8" name="Shape 68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9" name="Shape 69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0" name="Shape 70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1" name="Text 71"/>
          <p:cNvSpPr txBox="1"/>
          <p:nvPr/>
        </p:nvSpPr>
        <p:spPr>
          <a:xfrm>
            <a:off x="50292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越澤 緑咲 様</a:t>
            </a:r>
            <a:endParaRPr lang="en-US" sz="2400" dirty="0"/>
          </a:p>
        </p:txBody>
      </p:sp>
      <p:sp>
        <p:nvSpPr>
          <p:cNvPr id="92" name="Shape 72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93" name="Shape 73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9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9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32704" y="3685032"/>
            <a:ext cx="228600" cy="228600"/>
          </a:xfrm>
          <a:prstGeom prst="rect">
            <a:avLst/>
          </a:prstGeom>
        </p:spPr>
      </p:pic>
      <p:sp>
        <p:nvSpPr>
          <p:cNvPr id="96" name="Shape 7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7" name="Shape 7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8" name="Shape 7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9" name="Shape 7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0" name="Shape 7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1" name="Text 79"/>
          <p:cNvSpPr txBox="1"/>
          <p:nvPr/>
        </p:nvSpPr>
        <p:spPr>
          <a:xfrm>
            <a:off x="333756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嘉剛 様</a:t>
            </a:r>
            <a:endParaRPr lang="en-US" sz="2400" dirty="0"/>
          </a:p>
        </p:txBody>
      </p:sp>
      <p:sp>
        <p:nvSpPr>
          <p:cNvPr id="102" name="Shape 8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03" name="Shape 8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0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0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67344" y="3685032"/>
            <a:ext cx="228600" cy="228600"/>
          </a:xfrm>
          <a:prstGeom prst="rect">
            <a:avLst/>
          </a:prstGeom>
        </p:spPr>
      </p:pic>
      <p:sp>
        <p:nvSpPr>
          <p:cNvPr id="106" name="Shape 82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7" name="Shape 83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8" name="Shape 84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9" name="Shape 85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0" name="Shape 86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1" name="Text 87"/>
          <p:cNvSpPr txBox="1"/>
          <p:nvPr/>
        </p:nvSpPr>
        <p:spPr>
          <a:xfrm>
            <a:off x="617220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領祐 様</a:t>
            </a:r>
            <a:endParaRPr lang="en-US" sz="2400" dirty="0"/>
          </a:p>
        </p:txBody>
      </p:sp>
      <p:sp>
        <p:nvSpPr>
          <p:cNvPr id="112" name="Shape 88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13" name="Shape 89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1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1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01984" y="3685032"/>
            <a:ext cx="228600" cy="228600"/>
          </a:xfrm>
          <a:prstGeom prst="rect">
            <a:avLst/>
          </a:prstGeom>
        </p:spPr>
      </p:pic>
      <p:sp>
        <p:nvSpPr>
          <p:cNvPr id="116" name="Shape 90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7" name="Shape 91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8" name="Shape 92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9" name="Shape 93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0" name="Shape 94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1" name="Text 95"/>
          <p:cNvSpPr txBox="1"/>
          <p:nvPr/>
        </p:nvSpPr>
        <p:spPr>
          <a:xfrm>
            <a:off x="9006840" y="40233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辻林 みゆ希 様</a:t>
            </a:r>
            <a:endParaRPr lang="en-US" sz="2400" dirty="0"/>
          </a:p>
        </p:txBody>
      </p:sp>
      <p:sp>
        <p:nvSpPr>
          <p:cNvPr id="122" name="Shape 96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23" name="Shape 97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24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25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798064" y="5193792"/>
            <a:ext cx="228600" cy="228600"/>
          </a:xfrm>
          <a:prstGeom prst="rect">
            <a:avLst/>
          </a:prstGeom>
        </p:spPr>
      </p:pic>
      <p:sp>
        <p:nvSpPr>
          <p:cNvPr id="126" name="Shape 98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7" name="Shape 99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8" name="Shape 100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29" name="Shape 101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0" name="Shape 102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1" name="Text 103"/>
          <p:cNvSpPr txBox="1"/>
          <p:nvPr/>
        </p:nvSpPr>
        <p:spPr>
          <a:xfrm>
            <a:off x="50292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門岡 綾希子 様</a:t>
            </a:r>
            <a:endParaRPr lang="en-US" sz="2400" dirty="0"/>
          </a:p>
        </p:txBody>
      </p:sp>
      <p:sp>
        <p:nvSpPr>
          <p:cNvPr id="132" name="Shape 104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33" name="Shape 105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34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35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32704" y="5193792"/>
            <a:ext cx="228600" cy="228600"/>
          </a:xfrm>
          <a:prstGeom prst="rect">
            <a:avLst/>
          </a:prstGeom>
        </p:spPr>
      </p:pic>
      <p:sp>
        <p:nvSpPr>
          <p:cNvPr id="136" name="Shape 106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7" name="Shape 107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8" name="Shape 108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39" name="Shape 109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0" name="Shape 110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1" name="Text 111"/>
          <p:cNvSpPr txBox="1"/>
          <p:nvPr/>
        </p:nvSpPr>
        <p:spPr>
          <a:xfrm>
            <a:off x="333756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公美子 様</a:t>
            </a:r>
            <a:endParaRPr lang="en-US" sz="2400" dirty="0"/>
          </a:p>
        </p:txBody>
      </p:sp>
      <p:sp>
        <p:nvSpPr>
          <p:cNvPr id="142" name="Shape 112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43" name="Shape 113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4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45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67344" y="5193792"/>
            <a:ext cx="228600" cy="228600"/>
          </a:xfrm>
          <a:prstGeom prst="rect">
            <a:avLst/>
          </a:prstGeom>
        </p:spPr>
      </p:pic>
      <p:sp>
        <p:nvSpPr>
          <p:cNvPr id="146" name="Shape 114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7" name="Shape 115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8" name="Shape 116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49" name="Shape 117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0" name="Shape 118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1" name="Text 119"/>
          <p:cNvSpPr txBox="1"/>
          <p:nvPr/>
        </p:nvSpPr>
        <p:spPr>
          <a:xfrm>
            <a:off x="617220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泰延 様</a:t>
            </a:r>
            <a:endParaRPr lang="en-US" sz="2400" dirty="0"/>
          </a:p>
        </p:txBody>
      </p:sp>
      <p:sp>
        <p:nvSpPr>
          <p:cNvPr id="152" name="Shape 120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53" name="Shape 121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4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55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01984" y="5193792"/>
            <a:ext cx="228600" cy="228600"/>
          </a:xfrm>
          <a:prstGeom prst="rect">
            <a:avLst/>
          </a:prstGeom>
        </p:spPr>
      </p:pic>
      <p:sp>
        <p:nvSpPr>
          <p:cNvPr id="156" name="Shape 122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7" name="Shape 123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8" name="Shape 124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59" name="Shape 125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60" name="Shape 126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61" name="Text 127"/>
          <p:cNvSpPr txBox="1"/>
          <p:nvPr/>
        </p:nvSpPr>
        <p:spPr>
          <a:xfrm>
            <a:off x="9006840" y="5532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俊宏 様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64" y="667512"/>
            <a:ext cx="228600" cy="2286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知子 様</a:t>
            </a:r>
            <a:endParaRPr lang="en-US" sz="2400" dirty="0"/>
          </a:p>
        </p:txBody>
      </p:sp>
      <p:sp>
        <p:nvSpPr>
          <p:cNvPr id="12" name="Shape 8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13" name="Shape 9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2704" y="667512"/>
            <a:ext cx="228600" cy="2286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33375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藤原 小矢佳 様</a:t>
            </a:r>
            <a:endParaRPr lang="en-US" sz="2400" dirty="0"/>
          </a:p>
        </p:txBody>
      </p:sp>
      <p:sp>
        <p:nvSpPr>
          <p:cNvPr id="22" name="Shape 16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23" name="Shape 17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4" y="667512"/>
            <a:ext cx="228600" cy="228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17220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瀧井 万友美 様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33" name="Shape 25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BFD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1984" y="667512"/>
            <a:ext cx="228600" cy="2286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5A9BD8"/>
          </a:solidFill>
          <a:ln w="12700">
            <a:solidFill>
              <a:srgbClr val="5A9BD8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900684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香里 様</a:t>
            </a:r>
            <a:endParaRPr lang="en-US" sz="2400" dirty="0"/>
          </a:p>
        </p:txBody>
      </p:sp>
      <p:sp>
        <p:nvSpPr>
          <p:cNvPr id="42" name="Shape 32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3" name="Shape 33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4" name="Shape 3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5" name="Shape 35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6" name="Shape 36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8" name="Shape 38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49" name="Shape 39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50" name="Shape 40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51" name="Shape 41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52" name="Shape 42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  <p:sp>
        <p:nvSpPr>
          <p:cNvPr id="53" name="Shape 43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B8CBDD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投票用紙</dc:title>
  <dc:subject>PptxGenJS Presentation</dc:subject>
  <dc:creator>PptxGenJS</dc:creator>
  <cp:lastModifiedBy>PptxGenJS</cp:lastModifiedBy>
  <cp:revision>1</cp:revision>
  <dcterms:created xsi:type="dcterms:W3CDTF">2026-09-13T10:35:13Z</dcterms:created>
  <dcterms:modified xsi:type="dcterms:W3CDTF">2026-09-13T10:35:13Z</dcterms:modified>
</cp:coreProperties>
</file>