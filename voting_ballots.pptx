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86" y="-2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04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渡邉</a:t>
            </a: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彩音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孝海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宋 智子 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渡邉</a:t>
            </a: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雅之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陽杜 くん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上原 夏紀 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辻林 みゆ希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泰延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俊宏 様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EAF3FB"/>
          </a:solidFill>
          <a:ln w="15875">
            <a:solidFill>
              <a:srgbClr val="7BA6C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cat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C7F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3A5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</a:t>
            </a:r>
            <a:r>
              <a:rPr lang="ja-JP" alt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邉</a:t>
            </a: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彩音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孝海 様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宋 智子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渡邉</a:t>
            </a: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雅之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陽杜 くん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上原 夏紀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2" name="Image 1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3648456"/>
            <a:ext cx="384048" cy="384048"/>
          </a:xfrm>
          <a:prstGeom prst="rect">
            <a:avLst/>
          </a:prstGeom>
        </p:spPr>
      </p:pic>
      <p:pic>
        <p:nvPicPr>
          <p:cNvPr id="53" name="Image 1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3648456"/>
            <a:ext cx="384048" cy="384048"/>
          </a:xfrm>
          <a:prstGeom prst="rect">
            <a:avLst/>
          </a:prstGeom>
        </p:spPr>
      </p:pic>
      <p:sp>
        <p:nvSpPr>
          <p:cNvPr id="54" name="Text 34"/>
          <p:cNvSpPr txBox="1"/>
          <p:nvPr/>
        </p:nvSpPr>
        <p:spPr>
          <a:xfrm>
            <a:off x="103327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55" name="Text 35"/>
          <p:cNvSpPr txBox="1"/>
          <p:nvPr/>
        </p:nvSpPr>
        <p:spPr>
          <a:xfrm>
            <a:off x="50292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56" name="Shape 36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7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8" name="Image 1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3648456"/>
            <a:ext cx="384048" cy="384048"/>
          </a:xfrm>
          <a:prstGeom prst="rect">
            <a:avLst/>
          </a:prstGeom>
        </p:spPr>
      </p:pic>
      <p:pic>
        <p:nvPicPr>
          <p:cNvPr id="59" name="Image 1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3648456"/>
            <a:ext cx="384048" cy="384048"/>
          </a:xfrm>
          <a:prstGeom prst="rect">
            <a:avLst/>
          </a:prstGeom>
        </p:spPr>
      </p:pic>
      <p:sp>
        <p:nvSpPr>
          <p:cNvPr id="60" name="Text 38"/>
          <p:cNvSpPr txBox="1"/>
          <p:nvPr/>
        </p:nvSpPr>
        <p:spPr>
          <a:xfrm>
            <a:off x="386791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1" name="Text 39"/>
          <p:cNvSpPr txBox="1"/>
          <p:nvPr/>
        </p:nvSpPr>
        <p:spPr>
          <a:xfrm>
            <a:off x="333756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62" name="Shape 4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Shape 4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4" name="Image 2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3648456"/>
            <a:ext cx="384048" cy="384048"/>
          </a:xfrm>
          <a:prstGeom prst="rect">
            <a:avLst/>
          </a:prstGeom>
        </p:spPr>
      </p:pic>
      <p:pic>
        <p:nvPicPr>
          <p:cNvPr id="65" name="Image 2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648456"/>
            <a:ext cx="384048" cy="384048"/>
          </a:xfrm>
          <a:prstGeom prst="rect">
            <a:avLst/>
          </a:prstGeom>
        </p:spPr>
      </p:pic>
      <p:sp>
        <p:nvSpPr>
          <p:cNvPr id="66" name="Text 42"/>
          <p:cNvSpPr txBox="1"/>
          <p:nvPr/>
        </p:nvSpPr>
        <p:spPr>
          <a:xfrm>
            <a:off x="670255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67" name="Text 43"/>
          <p:cNvSpPr txBox="1"/>
          <p:nvPr/>
        </p:nvSpPr>
        <p:spPr>
          <a:xfrm>
            <a:off x="617220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68" name="Shape 44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9" name="Shape 45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0" name="Image 2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3648456"/>
            <a:ext cx="384048" cy="384048"/>
          </a:xfrm>
          <a:prstGeom prst="rect">
            <a:avLst/>
          </a:prstGeom>
        </p:spPr>
      </p:pic>
      <p:pic>
        <p:nvPicPr>
          <p:cNvPr id="71" name="Image 2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3648456"/>
            <a:ext cx="384048" cy="384048"/>
          </a:xfrm>
          <a:prstGeom prst="rect">
            <a:avLst/>
          </a:prstGeom>
        </p:spPr>
      </p:pic>
      <p:sp>
        <p:nvSpPr>
          <p:cNvPr id="72" name="Text 46"/>
          <p:cNvSpPr txBox="1"/>
          <p:nvPr/>
        </p:nvSpPr>
        <p:spPr>
          <a:xfrm>
            <a:off x="9537192" y="368503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3" name="Text 47"/>
          <p:cNvSpPr txBox="1"/>
          <p:nvPr/>
        </p:nvSpPr>
        <p:spPr>
          <a:xfrm>
            <a:off x="9006840" y="408736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74" name="Shape 4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5" name="Shape 4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6" name="Image 2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5157216"/>
            <a:ext cx="384048" cy="384048"/>
          </a:xfrm>
          <a:prstGeom prst="rect">
            <a:avLst/>
          </a:prstGeom>
        </p:spPr>
      </p:pic>
      <p:pic>
        <p:nvPicPr>
          <p:cNvPr id="77" name="Image 2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5157216"/>
            <a:ext cx="384048" cy="384048"/>
          </a:xfrm>
          <a:prstGeom prst="rect">
            <a:avLst/>
          </a:prstGeom>
        </p:spPr>
      </p:pic>
      <p:sp>
        <p:nvSpPr>
          <p:cNvPr id="78" name="Text 50"/>
          <p:cNvSpPr txBox="1"/>
          <p:nvPr/>
        </p:nvSpPr>
        <p:spPr>
          <a:xfrm>
            <a:off x="103327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9" name="Text 51"/>
          <p:cNvSpPr txBox="1"/>
          <p:nvPr/>
        </p:nvSpPr>
        <p:spPr>
          <a:xfrm>
            <a:off x="50292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80" name="Shape 52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1" name="Shape 53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2" name="Image 2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5157216"/>
            <a:ext cx="384048" cy="384048"/>
          </a:xfrm>
          <a:prstGeom prst="rect">
            <a:avLst/>
          </a:prstGeom>
        </p:spPr>
      </p:pic>
      <p:pic>
        <p:nvPicPr>
          <p:cNvPr id="83" name="Image 2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5157216"/>
            <a:ext cx="384048" cy="384048"/>
          </a:xfrm>
          <a:prstGeom prst="rect">
            <a:avLst/>
          </a:prstGeom>
        </p:spPr>
      </p:pic>
      <p:sp>
        <p:nvSpPr>
          <p:cNvPr id="84" name="Text 54"/>
          <p:cNvSpPr txBox="1"/>
          <p:nvPr/>
        </p:nvSpPr>
        <p:spPr>
          <a:xfrm>
            <a:off x="386791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85" name="Text 55"/>
          <p:cNvSpPr txBox="1"/>
          <p:nvPr/>
        </p:nvSpPr>
        <p:spPr>
          <a:xfrm>
            <a:off x="333756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86" name="Shape 5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7" name="Shape 5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88" name="Image 2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5157216"/>
            <a:ext cx="384048" cy="384048"/>
          </a:xfrm>
          <a:prstGeom prst="rect">
            <a:avLst/>
          </a:prstGeom>
        </p:spPr>
      </p:pic>
      <p:pic>
        <p:nvPicPr>
          <p:cNvPr id="89" name="Image 2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5157216"/>
            <a:ext cx="384048" cy="384048"/>
          </a:xfrm>
          <a:prstGeom prst="rect">
            <a:avLst/>
          </a:prstGeom>
        </p:spPr>
      </p:pic>
      <p:sp>
        <p:nvSpPr>
          <p:cNvPr id="90" name="Text 58"/>
          <p:cNvSpPr txBox="1"/>
          <p:nvPr/>
        </p:nvSpPr>
        <p:spPr>
          <a:xfrm>
            <a:off x="670255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1" name="Text 59"/>
          <p:cNvSpPr txBox="1"/>
          <p:nvPr/>
        </p:nvSpPr>
        <p:spPr>
          <a:xfrm>
            <a:off x="617220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92" name="Shape 6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3" name="Shape 6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94" name="Image 3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5157216"/>
            <a:ext cx="384048" cy="384048"/>
          </a:xfrm>
          <a:prstGeom prst="rect">
            <a:avLst/>
          </a:prstGeom>
        </p:spPr>
      </p:pic>
      <p:pic>
        <p:nvPicPr>
          <p:cNvPr id="95" name="Image 3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5157216"/>
            <a:ext cx="384048" cy="384048"/>
          </a:xfrm>
          <a:prstGeom prst="rect">
            <a:avLst/>
          </a:prstGeom>
        </p:spPr>
      </p:pic>
      <p:sp>
        <p:nvSpPr>
          <p:cNvPr id="96" name="Text 62"/>
          <p:cNvSpPr txBox="1"/>
          <p:nvPr/>
        </p:nvSpPr>
        <p:spPr>
          <a:xfrm>
            <a:off x="9537192" y="519379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97" name="Text 63"/>
          <p:cNvSpPr txBox="1"/>
          <p:nvPr/>
        </p:nvSpPr>
        <p:spPr>
          <a:xfrm>
            <a:off x="9006840" y="559612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辻林 みゆ希 様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" name="Image 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630936"/>
            <a:ext cx="384048" cy="384048"/>
          </a:xfrm>
          <a:prstGeom prst="rect">
            <a:avLst/>
          </a:prstGeom>
        </p:spPr>
      </p:pic>
      <p:pic>
        <p:nvPicPr>
          <p:cNvPr id="5" name="Image 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630936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3327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5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30936"/>
            <a:ext cx="384048" cy="384048"/>
          </a:xfrm>
          <a:prstGeom prst="rect">
            <a:avLst/>
          </a:prstGeom>
        </p:spPr>
      </p:pic>
      <p:pic>
        <p:nvPicPr>
          <p:cNvPr id="11" name="Image 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630936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386791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333756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630936"/>
            <a:ext cx="384048" cy="384048"/>
          </a:xfrm>
          <a:prstGeom prst="rect">
            <a:avLst/>
          </a:prstGeom>
        </p:spPr>
      </p:pic>
      <p:pic>
        <p:nvPicPr>
          <p:cNvPr id="17" name="Image 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630936"/>
            <a:ext cx="384048" cy="38404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70255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617220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泰延 様</a:t>
            </a:r>
            <a:endParaRPr lang="en-US" sz="2200" dirty="0"/>
          </a:p>
        </p:txBody>
      </p:sp>
      <p:sp>
        <p:nvSpPr>
          <p:cNvPr id="20" name="Shape 12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3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6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630936"/>
            <a:ext cx="384048" cy="384048"/>
          </a:xfrm>
          <a:prstGeom prst="rect">
            <a:avLst/>
          </a:prstGeom>
        </p:spPr>
      </p:pic>
      <p:pic>
        <p:nvPicPr>
          <p:cNvPr id="23" name="Image 7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630936"/>
            <a:ext cx="384048" cy="384048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9537192" y="66751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25" name="Text 15"/>
          <p:cNvSpPr txBox="1"/>
          <p:nvPr/>
        </p:nvSpPr>
        <p:spPr>
          <a:xfrm>
            <a:off x="9006840" y="106984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濱本 俊宏 様</a:t>
            </a:r>
            <a:endParaRPr lang="en-US" sz="2200" dirty="0"/>
          </a:p>
        </p:txBody>
      </p:sp>
      <p:sp>
        <p:nvSpPr>
          <p:cNvPr id="26" name="Shape 1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1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8" name="Image 8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139696"/>
            <a:ext cx="384048" cy="384048"/>
          </a:xfrm>
          <a:prstGeom prst="rect">
            <a:avLst/>
          </a:prstGeom>
        </p:spPr>
      </p:pic>
      <p:pic>
        <p:nvPicPr>
          <p:cNvPr id="29" name="Image 9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616" y="2139696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3327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1" name="Text 19"/>
          <p:cNvSpPr txBox="1"/>
          <p:nvPr/>
        </p:nvSpPr>
        <p:spPr>
          <a:xfrm>
            <a:off x="50292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32" name="Shape 2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Shape 2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4" name="Image 10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2139696"/>
            <a:ext cx="384048" cy="384048"/>
          </a:xfrm>
          <a:prstGeom prst="rect">
            <a:avLst/>
          </a:prstGeom>
        </p:spPr>
      </p:pic>
      <p:pic>
        <p:nvPicPr>
          <p:cNvPr id="35" name="Image 11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213969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386791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37" name="Text 23"/>
          <p:cNvSpPr txBox="1"/>
          <p:nvPr/>
        </p:nvSpPr>
        <p:spPr>
          <a:xfrm>
            <a:off x="333756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38" name="Shape 2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Shape 2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0" name="Image 12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2139696"/>
            <a:ext cx="384048" cy="384048"/>
          </a:xfrm>
          <a:prstGeom prst="rect">
            <a:avLst/>
          </a:prstGeom>
        </p:spPr>
      </p:pic>
      <p:pic>
        <p:nvPicPr>
          <p:cNvPr id="41" name="Image 13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2139696"/>
            <a:ext cx="384048" cy="384048"/>
          </a:xfrm>
          <a:prstGeom prst="rect">
            <a:avLst/>
          </a:prstGeom>
        </p:spPr>
      </p:pic>
      <p:sp>
        <p:nvSpPr>
          <p:cNvPr id="42" name="Text 26"/>
          <p:cNvSpPr txBox="1"/>
          <p:nvPr/>
        </p:nvSpPr>
        <p:spPr>
          <a:xfrm>
            <a:off x="670255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3" name="Text 27"/>
          <p:cNvSpPr txBox="1"/>
          <p:nvPr/>
        </p:nvSpPr>
        <p:spPr>
          <a:xfrm>
            <a:off x="617220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44" name="Shape 28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CE8EE"/>
          </a:solidFill>
          <a:ln w="15875">
            <a:solidFill>
              <a:srgbClr val="C97F9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6" name="Image 14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139696"/>
            <a:ext cx="384048" cy="384048"/>
          </a:xfrm>
          <a:prstGeom prst="rect">
            <a:avLst/>
          </a:prstGeom>
        </p:spPr>
      </p:pic>
      <p:pic>
        <p:nvPicPr>
          <p:cNvPr id="47" name="Image 15" descr="/tmp/claude-0/-home-user-WeddingInvitations/2c9849ff-e4cc-5683-ac72-2a6c69aa5261/scratchpad/dres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6536" y="2139696"/>
            <a:ext cx="384048" cy="384048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537192" y="2176272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E526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投票用紙</a:t>
            </a:r>
            <a:endParaRPr lang="en-US" sz="1100" dirty="0"/>
          </a:p>
        </p:txBody>
      </p:sp>
      <p:sp>
        <p:nvSpPr>
          <p:cNvPr id="49" name="Text 31"/>
          <p:cNvSpPr txBox="1"/>
          <p:nvPr/>
        </p:nvSpPr>
        <p:spPr>
          <a:xfrm>
            <a:off x="9006840" y="2578608"/>
            <a:ext cx="2651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2D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50" name="Shape 3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33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Shape 34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Shape 35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Shape 3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Shape 3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6" name="Shape 38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7" name="Shape 39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424</Words>
  <Application>Microsoft Office PowerPoint</Application>
  <PresentationFormat>ワイド画面</PresentationFormat>
  <Paragraphs>215</Paragraphs>
  <Slides>7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0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投票用紙</dc:title>
  <dc:subject>PptxGenJS Presentation</dc:subject>
  <dc:creator>PptxGenJS</dc:creator>
  <cp:lastModifiedBy>宋　勇希</cp:lastModifiedBy>
  <cp:revision>2</cp:revision>
  <dcterms:created xsi:type="dcterms:W3CDTF">2026-09-13T11:08:57Z</dcterms:created>
  <dcterms:modified xsi:type="dcterms:W3CDTF">2026-09-13T12:13:12Z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2026-09-13T12:13:12Z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9d974004-9a00-42fc-9589-3ba1aae291b6</vt:lpwstr>
  </property>
  <property fmtid="{D5CDD505-2E9C-101B-9397-08002B2CF9AE}" pid="7" name="MSIP_Label_defa4170-0d19-0005-0004-bc88714345d2_ActionId">
    <vt:lpwstr>94f5e22c-4d9a-4aee-b2f3-edb6097ac601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