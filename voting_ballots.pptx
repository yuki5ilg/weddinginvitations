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image" Target="../media/image-1-10.png"/><Relationship Id="rId11" Type="http://schemas.openxmlformats.org/officeDocument/2006/relationships/image" Target="../media/image-1-11.png"/><Relationship Id="rId12" Type="http://schemas.openxmlformats.org/officeDocument/2006/relationships/image" Target="../media/image-1-12.png"/><Relationship Id="rId13" Type="http://schemas.openxmlformats.org/officeDocument/2006/relationships/image" Target="../media/image-1-13.png"/><Relationship Id="rId14" Type="http://schemas.openxmlformats.org/officeDocument/2006/relationships/image" Target="../media/image-1-14.png"/><Relationship Id="rId15" Type="http://schemas.openxmlformats.org/officeDocument/2006/relationships/image" Target="../media/image-1-15.png"/><Relationship Id="rId16" Type="http://schemas.openxmlformats.org/officeDocument/2006/relationships/image" Target="../media/image-1-16.png"/><Relationship Id="rId17" Type="http://schemas.openxmlformats.org/officeDocument/2006/relationships/image" Target="../media/image-1-17.png"/><Relationship Id="rId18" Type="http://schemas.openxmlformats.org/officeDocument/2006/relationships/image" Target="../media/image-1-18.png"/><Relationship Id="rId19" Type="http://schemas.openxmlformats.org/officeDocument/2006/relationships/image" Target="../media/image-1-19.png"/><Relationship Id="rId20" Type="http://schemas.openxmlformats.org/officeDocument/2006/relationships/image" Target="../media/image-1-20.png"/><Relationship Id="rId21" Type="http://schemas.openxmlformats.org/officeDocument/2006/relationships/image" Target="../media/image-1-21.png"/><Relationship Id="rId22" Type="http://schemas.openxmlformats.org/officeDocument/2006/relationships/image" Target="../media/image-1-22.png"/><Relationship Id="rId23" Type="http://schemas.openxmlformats.org/officeDocument/2006/relationships/image" Target="../media/image-1-23.png"/><Relationship Id="rId24" Type="http://schemas.openxmlformats.org/officeDocument/2006/relationships/image" Target="../media/image-1-24.png"/><Relationship Id="rId25" Type="http://schemas.openxmlformats.org/officeDocument/2006/relationships/image" Target="../media/image-1-25.png"/><Relationship Id="rId26" Type="http://schemas.openxmlformats.org/officeDocument/2006/relationships/image" Target="../media/image-1-26.png"/><Relationship Id="rId27" Type="http://schemas.openxmlformats.org/officeDocument/2006/relationships/image" Target="../media/image-1-27.png"/><Relationship Id="rId28" Type="http://schemas.openxmlformats.org/officeDocument/2006/relationships/image" Target="../media/image-1-28.png"/><Relationship Id="rId29" Type="http://schemas.openxmlformats.org/officeDocument/2006/relationships/image" Target="../media/image-1-29.png"/><Relationship Id="rId30" Type="http://schemas.openxmlformats.org/officeDocument/2006/relationships/image" Target="../media/image-1-30.png"/><Relationship Id="rId31" Type="http://schemas.openxmlformats.org/officeDocument/2006/relationships/image" Target="../media/image-1-31.png"/><Relationship Id="rId32" Type="http://schemas.openxmlformats.org/officeDocument/2006/relationships/image" Target="../media/image-1-32.png"/><Relationship Id="rId33" Type="http://schemas.openxmlformats.org/officeDocument/2006/relationships/slideLayout" Target="../slideLayouts/slideLayout1.xml"/><Relationship Id="rId3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image" Target="../media/image-2-21.png"/><Relationship Id="rId22" Type="http://schemas.openxmlformats.org/officeDocument/2006/relationships/image" Target="../media/image-2-22.png"/><Relationship Id="rId23" Type="http://schemas.openxmlformats.org/officeDocument/2006/relationships/image" Target="../media/image-2-23.png"/><Relationship Id="rId24" Type="http://schemas.openxmlformats.org/officeDocument/2006/relationships/image" Target="../media/image-2-24.png"/><Relationship Id="rId25" Type="http://schemas.openxmlformats.org/officeDocument/2006/relationships/image" Target="../media/image-2-25.png"/><Relationship Id="rId26" Type="http://schemas.openxmlformats.org/officeDocument/2006/relationships/image" Target="../media/image-2-26.png"/><Relationship Id="rId27" Type="http://schemas.openxmlformats.org/officeDocument/2006/relationships/image" Target="../media/image-2-27.png"/><Relationship Id="rId28" Type="http://schemas.openxmlformats.org/officeDocument/2006/relationships/image" Target="../media/image-2-28.png"/><Relationship Id="rId29" Type="http://schemas.openxmlformats.org/officeDocument/2006/relationships/image" Target="../media/image-2-29.png"/><Relationship Id="rId30" Type="http://schemas.openxmlformats.org/officeDocument/2006/relationships/image" Target="../media/image-2-30.png"/><Relationship Id="rId31" Type="http://schemas.openxmlformats.org/officeDocument/2006/relationships/image" Target="../media/image-2-31.png"/><Relationship Id="rId32" Type="http://schemas.openxmlformats.org/officeDocument/2006/relationships/image" Target="../media/image-2-32.png"/><Relationship Id="rId33" Type="http://schemas.openxmlformats.org/officeDocument/2006/relationships/slideLayout" Target="../slideLayouts/slideLayout1.xml"/><Relationship Id="rId3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image" Target="../media/image-3-13.png"/><Relationship Id="rId14" Type="http://schemas.openxmlformats.org/officeDocument/2006/relationships/image" Target="../media/image-3-14.png"/><Relationship Id="rId15" Type="http://schemas.openxmlformats.org/officeDocument/2006/relationships/image" Target="../media/image-3-15.png"/><Relationship Id="rId16" Type="http://schemas.openxmlformats.org/officeDocument/2006/relationships/image" Target="../media/image-3-16.png"/><Relationship Id="rId17" Type="http://schemas.openxmlformats.org/officeDocument/2006/relationships/image" Target="../media/image-3-17.png"/><Relationship Id="rId18" Type="http://schemas.openxmlformats.org/officeDocument/2006/relationships/image" Target="../media/image-3-18.png"/><Relationship Id="rId19" Type="http://schemas.openxmlformats.org/officeDocument/2006/relationships/image" Target="../media/image-3-19.png"/><Relationship Id="rId20" Type="http://schemas.openxmlformats.org/officeDocument/2006/relationships/image" Target="../media/image-3-20.png"/><Relationship Id="rId21" Type="http://schemas.openxmlformats.org/officeDocument/2006/relationships/image" Target="../media/image-3-21.png"/><Relationship Id="rId22" Type="http://schemas.openxmlformats.org/officeDocument/2006/relationships/image" Target="../media/image-3-22.png"/><Relationship Id="rId23" Type="http://schemas.openxmlformats.org/officeDocument/2006/relationships/image" Target="../media/image-3-23.png"/><Relationship Id="rId24" Type="http://schemas.openxmlformats.org/officeDocument/2006/relationships/image" Target="../media/image-3-24.png"/><Relationship Id="rId25" Type="http://schemas.openxmlformats.org/officeDocument/2006/relationships/image" Target="../media/image-3-25.png"/><Relationship Id="rId26" Type="http://schemas.openxmlformats.org/officeDocument/2006/relationships/image" Target="../media/image-3-26.png"/><Relationship Id="rId27" Type="http://schemas.openxmlformats.org/officeDocument/2006/relationships/image" Target="../media/image-3-27.png"/><Relationship Id="rId28" Type="http://schemas.openxmlformats.org/officeDocument/2006/relationships/image" Target="../media/image-3-28.png"/><Relationship Id="rId29" Type="http://schemas.openxmlformats.org/officeDocument/2006/relationships/image" Target="../media/image-3-29.png"/><Relationship Id="rId30" Type="http://schemas.openxmlformats.org/officeDocument/2006/relationships/image" Target="../media/image-3-30.png"/><Relationship Id="rId31" Type="http://schemas.openxmlformats.org/officeDocument/2006/relationships/image" Target="../media/image-3-31.png"/><Relationship Id="rId32" Type="http://schemas.openxmlformats.org/officeDocument/2006/relationships/image" Target="../media/image-3-32.png"/><Relationship Id="rId33" Type="http://schemas.openxmlformats.org/officeDocument/2006/relationships/slideLayout" Target="../slideLayouts/slideLayout1.xml"/><Relationship Id="rId3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image" Target="../media/image-4-13.png"/><Relationship Id="rId14" Type="http://schemas.openxmlformats.org/officeDocument/2006/relationships/image" Target="../media/image-4-14.png"/><Relationship Id="rId15" Type="http://schemas.openxmlformats.org/officeDocument/2006/relationships/image" Target="../media/image-4-15.png"/><Relationship Id="rId16" Type="http://schemas.openxmlformats.org/officeDocument/2006/relationships/image" Target="../media/image-4-16.png"/><Relationship Id="rId17" Type="http://schemas.openxmlformats.org/officeDocument/2006/relationships/image" Target="../media/image-4-17.png"/><Relationship Id="rId18" Type="http://schemas.openxmlformats.org/officeDocument/2006/relationships/image" Target="../media/image-4-18.png"/><Relationship Id="rId19" Type="http://schemas.openxmlformats.org/officeDocument/2006/relationships/image" Target="../media/image-4-19.png"/><Relationship Id="rId20" Type="http://schemas.openxmlformats.org/officeDocument/2006/relationships/image" Target="../media/image-4-20.png"/><Relationship Id="rId21" Type="http://schemas.openxmlformats.org/officeDocument/2006/relationships/image" Target="../media/image-4-21.png"/><Relationship Id="rId22" Type="http://schemas.openxmlformats.org/officeDocument/2006/relationships/image" Target="../media/image-4-22.png"/><Relationship Id="rId23" Type="http://schemas.openxmlformats.org/officeDocument/2006/relationships/image" Target="../media/image-4-23.png"/><Relationship Id="rId24" Type="http://schemas.openxmlformats.org/officeDocument/2006/relationships/image" Target="../media/image-4-24.png"/><Relationship Id="rId25" Type="http://schemas.openxmlformats.org/officeDocument/2006/relationships/image" Target="../media/image-4-25.png"/><Relationship Id="rId26" Type="http://schemas.openxmlformats.org/officeDocument/2006/relationships/image" Target="../media/image-4-26.png"/><Relationship Id="rId27" Type="http://schemas.openxmlformats.org/officeDocument/2006/relationships/image" Target="../media/image-4-27.png"/><Relationship Id="rId28" Type="http://schemas.openxmlformats.org/officeDocument/2006/relationships/image" Target="../media/image-4-28.png"/><Relationship Id="rId29" Type="http://schemas.openxmlformats.org/officeDocument/2006/relationships/image" Target="../media/image-4-29.png"/><Relationship Id="rId30" Type="http://schemas.openxmlformats.org/officeDocument/2006/relationships/image" Target="../media/image-4-30.png"/><Relationship Id="rId31" Type="http://schemas.openxmlformats.org/officeDocument/2006/relationships/image" Target="../media/image-4-31.png"/><Relationship Id="rId32" Type="http://schemas.openxmlformats.org/officeDocument/2006/relationships/image" Target="../media/image-4-32.png"/><Relationship Id="rId33" Type="http://schemas.openxmlformats.org/officeDocument/2006/relationships/slideLayout" Target="../slideLayouts/slideLayout1.xml"/><Relationship Id="rId3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image" Target="../media/image-5-14.png"/><Relationship Id="rId15" Type="http://schemas.openxmlformats.org/officeDocument/2006/relationships/image" Target="../media/image-5-15.png"/><Relationship Id="rId16" Type="http://schemas.openxmlformats.org/officeDocument/2006/relationships/image" Target="../media/image-5-16.png"/><Relationship Id="rId17" Type="http://schemas.openxmlformats.org/officeDocument/2006/relationships/image" Target="../media/image-5-17.png"/><Relationship Id="rId18" Type="http://schemas.openxmlformats.org/officeDocument/2006/relationships/image" Target="../media/image-5-18.png"/><Relationship Id="rId19" Type="http://schemas.openxmlformats.org/officeDocument/2006/relationships/image" Target="../media/image-5-19.png"/><Relationship Id="rId20" Type="http://schemas.openxmlformats.org/officeDocument/2006/relationships/image" Target="../media/image-5-20.png"/><Relationship Id="rId21" Type="http://schemas.openxmlformats.org/officeDocument/2006/relationships/image" Target="../media/image-5-21.png"/><Relationship Id="rId22" Type="http://schemas.openxmlformats.org/officeDocument/2006/relationships/image" Target="../media/image-5-22.png"/><Relationship Id="rId23" Type="http://schemas.openxmlformats.org/officeDocument/2006/relationships/image" Target="../media/image-5-23.png"/><Relationship Id="rId24" Type="http://schemas.openxmlformats.org/officeDocument/2006/relationships/image" Target="../media/image-5-24.png"/><Relationship Id="rId25" Type="http://schemas.openxmlformats.org/officeDocument/2006/relationships/image" Target="../media/image-5-25.png"/><Relationship Id="rId26" Type="http://schemas.openxmlformats.org/officeDocument/2006/relationships/image" Target="../media/image-5-26.png"/><Relationship Id="rId27" Type="http://schemas.openxmlformats.org/officeDocument/2006/relationships/image" Target="../media/image-5-27.png"/><Relationship Id="rId28" Type="http://schemas.openxmlformats.org/officeDocument/2006/relationships/image" Target="../media/image-5-28.png"/><Relationship Id="rId29" Type="http://schemas.openxmlformats.org/officeDocument/2006/relationships/image" Target="../media/image-5-29.png"/><Relationship Id="rId30" Type="http://schemas.openxmlformats.org/officeDocument/2006/relationships/image" Target="../media/image-5-30.png"/><Relationship Id="rId31" Type="http://schemas.openxmlformats.org/officeDocument/2006/relationships/image" Target="../media/image-5-31.png"/><Relationship Id="rId32" Type="http://schemas.openxmlformats.org/officeDocument/2006/relationships/image" Target="../media/image-5-32.png"/><Relationship Id="rId33" Type="http://schemas.openxmlformats.org/officeDocument/2006/relationships/slideLayout" Target="../slideLayouts/slideLayout1.xml"/><Relationship Id="rId3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image" Target="../media/image-6-13.png"/><Relationship Id="rId14" Type="http://schemas.openxmlformats.org/officeDocument/2006/relationships/image" Target="../media/image-6-14.png"/><Relationship Id="rId15" Type="http://schemas.openxmlformats.org/officeDocument/2006/relationships/image" Target="../media/image-6-15.png"/><Relationship Id="rId16" Type="http://schemas.openxmlformats.org/officeDocument/2006/relationships/image" Target="../media/image-6-16.png"/><Relationship Id="rId17" Type="http://schemas.openxmlformats.org/officeDocument/2006/relationships/image" Target="../media/image-6-17.png"/><Relationship Id="rId18" Type="http://schemas.openxmlformats.org/officeDocument/2006/relationships/image" Target="../media/image-6-18.png"/><Relationship Id="rId19" Type="http://schemas.openxmlformats.org/officeDocument/2006/relationships/image" Target="../media/image-6-19.png"/><Relationship Id="rId20" Type="http://schemas.openxmlformats.org/officeDocument/2006/relationships/image" Target="../media/image-6-20.png"/><Relationship Id="rId21" Type="http://schemas.openxmlformats.org/officeDocument/2006/relationships/image" Target="../media/image-6-21.png"/><Relationship Id="rId22" Type="http://schemas.openxmlformats.org/officeDocument/2006/relationships/image" Target="../media/image-6-22.png"/><Relationship Id="rId23" Type="http://schemas.openxmlformats.org/officeDocument/2006/relationships/image" Target="../media/image-6-23.png"/><Relationship Id="rId24" Type="http://schemas.openxmlformats.org/officeDocument/2006/relationships/image" Target="../media/image-6-24.png"/><Relationship Id="rId25" Type="http://schemas.openxmlformats.org/officeDocument/2006/relationships/image" Target="../media/image-6-25.png"/><Relationship Id="rId26" Type="http://schemas.openxmlformats.org/officeDocument/2006/relationships/image" Target="../media/image-6-26.png"/><Relationship Id="rId27" Type="http://schemas.openxmlformats.org/officeDocument/2006/relationships/image" Target="../media/image-6-27.png"/><Relationship Id="rId28" Type="http://schemas.openxmlformats.org/officeDocument/2006/relationships/image" Target="../media/image-6-28.png"/><Relationship Id="rId29" Type="http://schemas.openxmlformats.org/officeDocument/2006/relationships/image" Target="../media/image-6-29.png"/><Relationship Id="rId30" Type="http://schemas.openxmlformats.org/officeDocument/2006/relationships/image" Target="../media/image-6-30.png"/><Relationship Id="rId31" Type="http://schemas.openxmlformats.org/officeDocument/2006/relationships/image" Target="../media/image-6-31.png"/><Relationship Id="rId32" Type="http://schemas.openxmlformats.org/officeDocument/2006/relationships/image" Target="../media/image-6-32.png"/><Relationship Id="rId33" Type="http://schemas.openxmlformats.org/officeDocument/2006/relationships/slideLayout" Target="../slideLayouts/slideLayout1.xml"/><Relationship Id="rId3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image" Target="../media/image-7-11.png"/><Relationship Id="rId12" Type="http://schemas.openxmlformats.org/officeDocument/2006/relationships/image" Target="../media/image-7-12.png"/><Relationship Id="rId13" Type="http://schemas.openxmlformats.org/officeDocument/2006/relationships/image" Target="../media/image-7-13.png"/><Relationship Id="rId14" Type="http://schemas.openxmlformats.org/officeDocument/2006/relationships/image" Target="../media/image-7-14.png"/><Relationship Id="rId15" Type="http://schemas.openxmlformats.org/officeDocument/2006/relationships/image" Target="../media/image-7-15.png"/><Relationship Id="rId16" Type="http://schemas.openxmlformats.org/officeDocument/2006/relationships/image" Target="../media/image-7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3" name="Shape 1"/>
          <p:cNvSpPr/>
          <p:nvPr/>
        </p:nvSpPr>
        <p:spPr>
          <a:xfrm>
            <a:off x="50292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5FA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612648"/>
            <a:ext cx="384048" cy="384048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7208" y="667512"/>
            <a:ext cx="219456" cy="21945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" y="57607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7" name="Shape 3"/>
          <p:cNvSpPr/>
          <p:nvPr/>
        </p:nvSpPr>
        <p:spPr>
          <a:xfrm>
            <a:off x="139903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160477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181051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201625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222199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02920" y="10515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河合 直樹 様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324612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4" name="Shape 10"/>
          <p:cNvSpPr/>
          <p:nvPr/>
        </p:nvSpPr>
        <p:spPr>
          <a:xfrm>
            <a:off x="333756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5FA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612648"/>
            <a:ext cx="384048" cy="384048"/>
          </a:xfrm>
          <a:prstGeom prst="rect">
            <a:avLst/>
          </a:prstGeom>
        </p:spPr>
      </p:pic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1848" y="667512"/>
            <a:ext cx="219456" cy="21945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3337560" y="57607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423367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43941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64515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85089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505663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3337560" y="10515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加登 楓也 様</a:t>
            </a:r>
            <a:endParaRPr lang="en-US" sz="2200" dirty="0"/>
          </a:p>
        </p:txBody>
      </p:sp>
      <p:sp>
        <p:nvSpPr>
          <p:cNvPr id="24" name="Shape 18"/>
          <p:cNvSpPr/>
          <p:nvPr/>
        </p:nvSpPr>
        <p:spPr>
          <a:xfrm>
            <a:off x="608076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25" name="Shape 19"/>
          <p:cNvSpPr/>
          <p:nvPr/>
        </p:nvSpPr>
        <p:spPr>
          <a:xfrm>
            <a:off x="617220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5FA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0216" y="612648"/>
            <a:ext cx="384048" cy="384048"/>
          </a:xfrm>
          <a:prstGeom prst="rect">
            <a:avLst/>
          </a:prstGeom>
        </p:spPr>
      </p:pic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6488" y="667512"/>
            <a:ext cx="219456" cy="219456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6172200" y="57607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706831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727405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747979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768553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789127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6172200" y="10515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イ ギョム 様</a:t>
            </a:r>
            <a:endParaRPr lang="en-US" sz="2200" dirty="0"/>
          </a:p>
        </p:txBody>
      </p:sp>
      <p:sp>
        <p:nvSpPr>
          <p:cNvPr id="35" name="Shape 27"/>
          <p:cNvSpPr/>
          <p:nvPr/>
        </p:nvSpPr>
        <p:spPr>
          <a:xfrm>
            <a:off x="891540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36" name="Shape 28"/>
          <p:cNvSpPr/>
          <p:nvPr/>
        </p:nvSpPr>
        <p:spPr>
          <a:xfrm>
            <a:off x="900684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5FA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34856" y="612648"/>
            <a:ext cx="384048" cy="384048"/>
          </a:xfrm>
          <a:prstGeom prst="rect">
            <a:avLst/>
          </a:prstGeom>
        </p:spPr>
      </p:pic>
      <p:pic>
        <p:nvPicPr>
          <p:cNvPr id="3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311128" y="667512"/>
            <a:ext cx="219456" cy="219456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9006840" y="57607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40" name="Shape 30"/>
          <p:cNvSpPr/>
          <p:nvPr/>
        </p:nvSpPr>
        <p:spPr>
          <a:xfrm>
            <a:off x="990295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41" name="Shape 31"/>
          <p:cNvSpPr/>
          <p:nvPr/>
        </p:nvSpPr>
        <p:spPr>
          <a:xfrm>
            <a:off x="1010869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42" name="Shape 32"/>
          <p:cNvSpPr/>
          <p:nvPr/>
        </p:nvSpPr>
        <p:spPr>
          <a:xfrm>
            <a:off x="1031443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43" name="Shape 33"/>
          <p:cNvSpPr/>
          <p:nvPr/>
        </p:nvSpPr>
        <p:spPr>
          <a:xfrm>
            <a:off x="1052017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44" name="Shape 34"/>
          <p:cNvSpPr/>
          <p:nvPr/>
        </p:nvSpPr>
        <p:spPr>
          <a:xfrm>
            <a:off x="1072591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45" name="Text 35"/>
          <p:cNvSpPr txBox="1"/>
          <p:nvPr/>
        </p:nvSpPr>
        <p:spPr>
          <a:xfrm>
            <a:off x="9006840" y="10515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阿南 心香 様</a:t>
            </a:r>
            <a:endParaRPr lang="en-US" sz="2200" dirty="0"/>
          </a:p>
        </p:txBody>
      </p:sp>
      <p:sp>
        <p:nvSpPr>
          <p:cNvPr id="46" name="Shape 36"/>
          <p:cNvSpPr/>
          <p:nvPr/>
        </p:nvSpPr>
        <p:spPr>
          <a:xfrm>
            <a:off x="41148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47" name="Shape 37"/>
          <p:cNvSpPr/>
          <p:nvPr/>
        </p:nvSpPr>
        <p:spPr>
          <a:xfrm>
            <a:off x="50292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5FA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4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2121408"/>
            <a:ext cx="384048" cy="384048"/>
          </a:xfrm>
          <a:prstGeom prst="rect">
            <a:avLst/>
          </a:prstGeom>
        </p:spPr>
      </p:pic>
      <p:pic>
        <p:nvPicPr>
          <p:cNvPr id="4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07208" y="2176272"/>
            <a:ext cx="219456" cy="219456"/>
          </a:xfrm>
          <a:prstGeom prst="rect">
            <a:avLst/>
          </a:prstGeom>
        </p:spPr>
      </p:pic>
      <p:sp>
        <p:nvSpPr>
          <p:cNvPr id="50" name="Text 38"/>
          <p:cNvSpPr txBox="1"/>
          <p:nvPr/>
        </p:nvSpPr>
        <p:spPr>
          <a:xfrm>
            <a:off x="502920" y="208483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51" name="Shape 39"/>
          <p:cNvSpPr/>
          <p:nvPr/>
        </p:nvSpPr>
        <p:spPr>
          <a:xfrm>
            <a:off x="139903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52" name="Shape 40"/>
          <p:cNvSpPr/>
          <p:nvPr/>
        </p:nvSpPr>
        <p:spPr>
          <a:xfrm>
            <a:off x="160477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53" name="Shape 41"/>
          <p:cNvSpPr/>
          <p:nvPr/>
        </p:nvSpPr>
        <p:spPr>
          <a:xfrm>
            <a:off x="181051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54" name="Shape 42"/>
          <p:cNvSpPr/>
          <p:nvPr/>
        </p:nvSpPr>
        <p:spPr>
          <a:xfrm>
            <a:off x="201625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55" name="Shape 43"/>
          <p:cNvSpPr/>
          <p:nvPr/>
        </p:nvSpPr>
        <p:spPr>
          <a:xfrm>
            <a:off x="222199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56" name="Text 44"/>
          <p:cNvSpPr txBox="1"/>
          <p:nvPr/>
        </p:nvSpPr>
        <p:spPr>
          <a:xfrm>
            <a:off x="502920" y="2560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岡本 典子 様</a:t>
            </a:r>
            <a:endParaRPr lang="en-US" sz="2200" dirty="0"/>
          </a:p>
        </p:txBody>
      </p:sp>
      <p:sp>
        <p:nvSpPr>
          <p:cNvPr id="57" name="Shape 45"/>
          <p:cNvSpPr/>
          <p:nvPr/>
        </p:nvSpPr>
        <p:spPr>
          <a:xfrm>
            <a:off x="324612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58" name="Shape 46"/>
          <p:cNvSpPr/>
          <p:nvPr/>
        </p:nvSpPr>
        <p:spPr>
          <a:xfrm>
            <a:off x="333756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5FA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5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65576" y="2121408"/>
            <a:ext cx="384048" cy="384048"/>
          </a:xfrm>
          <a:prstGeom prst="rect">
            <a:avLst/>
          </a:prstGeom>
        </p:spPr>
      </p:pic>
      <p:pic>
        <p:nvPicPr>
          <p:cNvPr id="6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41848" y="2176272"/>
            <a:ext cx="219456" cy="219456"/>
          </a:xfrm>
          <a:prstGeom prst="rect">
            <a:avLst/>
          </a:prstGeom>
        </p:spPr>
      </p:pic>
      <p:sp>
        <p:nvSpPr>
          <p:cNvPr id="61" name="Text 47"/>
          <p:cNvSpPr txBox="1"/>
          <p:nvPr/>
        </p:nvSpPr>
        <p:spPr>
          <a:xfrm>
            <a:off x="3337560" y="208483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62" name="Shape 48"/>
          <p:cNvSpPr/>
          <p:nvPr/>
        </p:nvSpPr>
        <p:spPr>
          <a:xfrm>
            <a:off x="423367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63" name="Shape 49"/>
          <p:cNvSpPr/>
          <p:nvPr/>
        </p:nvSpPr>
        <p:spPr>
          <a:xfrm>
            <a:off x="443941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64" name="Shape 50"/>
          <p:cNvSpPr/>
          <p:nvPr/>
        </p:nvSpPr>
        <p:spPr>
          <a:xfrm>
            <a:off x="464515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65" name="Shape 51"/>
          <p:cNvSpPr/>
          <p:nvPr/>
        </p:nvSpPr>
        <p:spPr>
          <a:xfrm>
            <a:off x="485089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66" name="Shape 52"/>
          <p:cNvSpPr/>
          <p:nvPr/>
        </p:nvSpPr>
        <p:spPr>
          <a:xfrm>
            <a:off x="505663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67" name="Text 53"/>
          <p:cNvSpPr txBox="1"/>
          <p:nvPr/>
        </p:nvSpPr>
        <p:spPr>
          <a:xfrm>
            <a:off x="3337560" y="2560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趙 顯秀 様</a:t>
            </a:r>
            <a:endParaRPr lang="en-US" sz="2200" dirty="0"/>
          </a:p>
        </p:txBody>
      </p:sp>
      <p:sp>
        <p:nvSpPr>
          <p:cNvPr id="68" name="Shape 54"/>
          <p:cNvSpPr/>
          <p:nvPr/>
        </p:nvSpPr>
        <p:spPr>
          <a:xfrm>
            <a:off x="608076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69" name="Shape 55"/>
          <p:cNvSpPr/>
          <p:nvPr/>
        </p:nvSpPr>
        <p:spPr>
          <a:xfrm>
            <a:off x="617220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5FA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70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00216" y="2121408"/>
            <a:ext cx="384048" cy="384048"/>
          </a:xfrm>
          <a:prstGeom prst="rect">
            <a:avLst/>
          </a:prstGeom>
        </p:spPr>
      </p:pic>
      <p:pic>
        <p:nvPicPr>
          <p:cNvPr id="7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476488" y="2176272"/>
            <a:ext cx="219456" cy="219456"/>
          </a:xfrm>
          <a:prstGeom prst="rect">
            <a:avLst/>
          </a:prstGeom>
        </p:spPr>
      </p:pic>
      <p:sp>
        <p:nvSpPr>
          <p:cNvPr id="72" name="Text 56"/>
          <p:cNvSpPr txBox="1"/>
          <p:nvPr/>
        </p:nvSpPr>
        <p:spPr>
          <a:xfrm>
            <a:off x="6172200" y="208483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73" name="Shape 57"/>
          <p:cNvSpPr/>
          <p:nvPr/>
        </p:nvSpPr>
        <p:spPr>
          <a:xfrm>
            <a:off x="706831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74" name="Shape 58"/>
          <p:cNvSpPr/>
          <p:nvPr/>
        </p:nvSpPr>
        <p:spPr>
          <a:xfrm>
            <a:off x="727405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75" name="Shape 59"/>
          <p:cNvSpPr/>
          <p:nvPr/>
        </p:nvSpPr>
        <p:spPr>
          <a:xfrm>
            <a:off x="747979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76" name="Shape 60"/>
          <p:cNvSpPr/>
          <p:nvPr/>
        </p:nvSpPr>
        <p:spPr>
          <a:xfrm>
            <a:off x="768553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77" name="Shape 61"/>
          <p:cNvSpPr/>
          <p:nvPr/>
        </p:nvSpPr>
        <p:spPr>
          <a:xfrm>
            <a:off x="789127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78" name="Text 62"/>
          <p:cNvSpPr txBox="1"/>
          <p:nvPr/>
        </p:nvSpPr>
        <p:spPr>
          <a:xfrm>
            <a:off x="6172200" y="2560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山根 直樹 様</a:t>
            </a:r>
            <a:endParaRPr lang="en-US" sz="2200" dirty="0"/>
          </a:p>
        </p:txBody>
      </p:sp>
      <p:sp>
        <p:nvSpPr>
          <p:cNvPr id="79" name="Shape 63"/>
          <p:cNvSpPr/>
          <p:nvPr/>
        </p:nvSpPr>
        <p:spPr>
          <a:xfrm>
            <a:off x="891540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80" name="Shape 64"/>
          <p:cNvSpPr/>
          <p:nvPr/>
        </p:nvSpPr>
        <p:spPr>
          <a:xfrm>
            <a:off x="900684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5FA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81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34856" y="2121408"/>
            <a:ext cx="384048" cy="384048"/>
          </a:xfrm>
          <a:prstGeom prst="rect">
            <a:avLst/>
          </a:prstGeom>
        </p:spPr>
      </p:pic>
      <p:pic>
        <p:nvPicPr>
          <p:cNvPr id="82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311128" y="2176272"/>
            <a:ext cx="219456" cy="219456"/>
          </a:xfrm>
          <a:prstGeom prst="rect">
            <a:avLst/>
          </a:prstGeom>
        </p:spPr>
      </p:pic>
      <p:sp>
        <p:nvSpPr>
          <p:cNvPr id="83" name="Text 65"/>
          <p:cNvSpPr txBox="1"/>
          <p:nvPr/>
        </p:nvSpPr>
        <p:spPr>
          <a:xfrm>
            <a:off x="9006840" y="208483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84" name="Shape 66"/>
          <p:cNvSpPr/>
          <p:nvPr/>
        </p:nvSpPr>
        <p:spPr>
          <a:xfrm>
            <a:off x="990295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85" name="Shape 67"/>
          <p:cNvSpPr/>
          <p:nvPr/>
        </p:nvSpPr>
        <p:spPr>
          <a:xfrm>
            <a:off x="1010869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86" name="Shape 68"/>
          <p:cNvSpPr/>
          <p:nvPr/>
        </p:nvSpPr>
        <p:spPr>
          <a:xfrm>
            <a:off x="1031443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87" name="Shape 69"/>
          <p:cNvSpPr/>
          <p:nvPr/>
        </p:nvSpPr>
        <p:spPr>
          <a:xfrm>
            <a:off x="1052017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88" name="Shape 70"/>
          <p:cNvSpPr/>
          <p:nvPr/>
        </p:nvSpPr>
        <p:spPr>
          <a:xfrm>
            <a:off x="1072591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89" name="Text 71"/>
          <p:cNvSpPr txBox="1"/>
          <p:nvPr/>
        </p:nvSpPr>
        <p:spPr>
          <a:xfrm>
            <a:off x="9006840" y="2560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森本 菜奈絵 様</a:t>
            </a:r>
            <a:endParaRPr lang="en-US" sz="2200" dirty="0"/>
          </a:p>
        </p:txBody>
      </p:sp>
      <p:sp>
        <p:nvSpPr>
          <p:cNvPr id="90" name="Shape 72"/>
          <p:cNvSpPr/>
          <p:nvPr/>
        </p:nvSpPr>
        <p:spPr>
          <a:xfrm>
            <a:off x="41148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91" name="Shape 73"/>
          <p:cNvSpPr/>
          <p:nvPr/>
        </p:nvSpPr>
        <p:spPr>
          <a:xfrm>
            <a:off x="50292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5FA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92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0936" y="3630168"/>
            <a:ext cx="384048" cy="384048"/>
          </a:xfrm>
          <a:prstGeom prst="rect">
            <a:avLst/>
          </a:prstGeom>
        </p:spPr>
      </p:pic>
      <p:pic>
        <p:nvPicPr>
          <p:cNvPr id="9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807208" y="3685032"/>
            <a:ext cx="219456" cy="219456"/>
          </a:xfrm>
          <a:prstGeom prst="rect">
            <a:avLst/>
          </a:prstGeom>
        </p:spPr>
      </p:pic>
      <p:sp>
        <p:nvSpPr>
          <p:cNvPr id="94" name="Text 74"/>
          <p:cNvSpPr txBox="1"/>
          <p:nvPr/>
        </p:nvSpPr>
        <p:spPr>
          <a:xfrm>
            <a:off x="502920" y="359359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95" name="Shape 75"/>
          <p:cNvSpPr/>
          <p:nvPr/>
        </p:nvSpPr>
        <p:spPr>
          <a:xfrm>
            <a:off x="139903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96" name="Shape 76"/>
          <p:cNvSpPr/>
          <p:nvPr/>
        </p:nvSpPr>
        <p:spPr>
          <a:xfrm>
            <a:off x="160477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97" name="Shape 77"/>
          <p:cNvSpPr/>
          <p:nvPr/>
        </p:nvSpPr>
        <p:spPr>
          <a:xfrm>
            <a:off x="181051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98" name="Shape 78"/>
          <p:cNvSpPr/>
          <p:nvPr/>
        </p:nvSpPr>
        <p:spPr>
          <a:xfrm>
            <a:off x="201625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99" name="Shape 79"/>
          <p:cNvSpPr/>
          <p:nvPr/>
        </p:nvSpPr>
        <p:spPr>
          <a:xfrm>
            <a:off x="222199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00" name="Text 80"/>
          <p:cNvSpPr txBox="1"/>
          <p:nvPr/>
        </p:nvSpPr>
        <p:spPr>
          <a:xfrm>
            <a:off x="502920" y="40690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遠藤 優佳 様</a:t>
            </a:r>
            <a:endParaRPr lang="en-US" sz="2200" dirty="0"/>
          </a:p>
        </p:txBody>
      </p:sp>
      <p:sp>
        <p:nvSpPr>
          <p:cNvPr id="101" name="Shape 81"/>
          <p:cNvSpPr/>
          <p:nvPr/>
        </p:nvSpPr>
        <p:spPr>
          <a:xfrm>
            <a:off x="324612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02" name="Shape 82"/>
          <p:cNvSpPr/>
          <p:nvPr/>
        </p:nvSpPr>
        <p:spPr>
          <a:xfrm>
            <a:off x="333756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5FA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103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465576" y="3630168"/>
            <a:ext cx="384048" cy="384048"/>
          </a:xfrm>
          <a:prstGeom prst="rect">
            <a:avLst/>
          </a:prstGeom>
        </p:spPr>
      </p:pic>
      <p:pic>
        <p:nvPicPr>
          <p:cNvPr id="104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641848" y="3685032"/>
            <a:ext cx="219456" cy="219456"/>
          </a:xfrm>
          <a:prstGeom prst="rect">
            <a:avLst/>
          </a:prstGeom>
        </p:spPr>
      </p:pic>
      <p:sp>
        <p:nvSpPr>
          <p:cNvPr id="105" name="Text 83"/>
          <p:cNvSpPr txBox="1"/>
          <p:nvPr/>
        </p:nvSpPr>
        <p:spPr>
          <a:xfrm>
            <a:off x="3337560" y="359359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106" name="Shape 84"/>
          <p:cNvSpPr/>
          <p:nvPr/>
        </p:nvSpPr>
        <p:spPr>
          <a:xfrm>
            <a:off x="423367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07" name="Shape 85"/>
          <p:cNvSpPr/>
          <p:nvPr/>
        </p:nvSpPr>
        <p:spPr>
          <a:xfrm>
            <a:off x="443941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08" name="Shape 86"/>
          <p:cNvSpPr/>
          <p:nvPr/>
        </p:nvSpPr>
        <p:spPr>
          <a:xfrm>
            <a:off x="464515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09" name="Shape 87"/>
          <p:cNvSpPr/>
          <p:nvPr/>
        </p:nvSpPr>
        <p:spPr>
          <a:xfrm>
            <a:off x="485089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10" name="Shape 88"/>
          <p:cNvSpPr/>
          <p:nvPr/>
        </p:nvSpPr>
        <p:spPr>
          <a:xfrm>
            <a:off x="505663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11" name="Text 89"/>
          <p:cNvSpPr txBox="1"/>
          <p:nvPr/>
        </p:nvSpPr>
        <p:spPr>
          <a:xfrm>
            <a:off x="3337560" y="40690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永澤 友梨 様</a:t>
            </a:r>
            <a:endParaRPr lang="en-US" sz="2200" dirty="0"/>
          </a:p>
        </p:txBody>
      </p:sp>
      <p:sp>
        <p:nvSpPr>
          <p:cNvPr id="112" name="Shape 90"/>
          <p:cNvSpPr/>
          <p:nvPr/>
        </p:nvSpPr>
        <p:spPr>
          <a:xfrm>
            <a:off x="608076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13" name="Shape 91"/>
          <p:cNvSpPr/>
          <p:nvPr/>
        </p:nvSpPr>
        <p:spPr>
          <a:xfrm>
            <a:off x="617220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5FA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114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300216" y="3630168"/>
            <a:ext cx="384048" cy="384048"/>
          </a:xfrm>
          <a:prstGeom prst="rect">
            <a:avLst/>
          </a:prstGeom>
        </p:spPr>
      </p:pic>
      <p:pic>
        <p:nvPicPr>
          <p:cNvPr id="115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476488" y="3685032"/>
            <a:ext cx="219456" cy="219456"/>
          </a:xfrm>
          <a:prstGeom prst="rect">
            <a:avLst/>
          </a:prstGeom>
        </p:spPr>
      </p:pic>
      <p:sp>
        <p:nvSpPr>
          <p:cNvPr id="116" name="Text 92"/>
          <p:cNvSpPr txBox="1"/>
          <p:nvPr/>
        </p:nvSpPr>
        <p:spPr>
          <a:xfrm>
            <a:off x="6172200" y="359359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117" name="Shape 93"/>
          <p:cNvSpPr/>
          <p:nvPr/>
        </p:nvSpPr>
        <p:spPr>
          <a:xfrm>
            <a:off x="706831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18" name="Shape 94"/>
          <p:cNvSpPr/>
          <p:nvPr/>
        </p:nvSpPr>
        <p:spPr>
          <a:xfrm>
            <a:off x="727405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19" name="Shape 95"/>
          <p:cNvSpPr/>
          <p:nvPr/>
        </p:nvSpPr>
        <p:spPr>
          <a:xfrm>
            <a:off x="747979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20" name="Shape 96"/>
          <p:cNvSpPr/>
          <p:nvPr/>
        </p:nvSpPr>
        <p:spPr>
          <a:xfrm>
            <a:off x="768553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21" name="Shape 97"/>
          <p:cNvSpPr/>
          <p:nvPr/>
        </p:nvSpPr>
        <p:spPr>
          <a:xfrm>
            <a:off x="789127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22" name="Text 98"/>
          <p:cNvSpPr txBox="1"/>
          <p:nvPr/>
        </p:nvSpPr>
        <p:spPr>
          <a:xfrm>
            <a:off x="6172200" y="40690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渡邊 彩音 様</a:t>
            </a:r>
            <a:endParaRPr lang="en-US" sz="2200" dirty="0"/>
          </a:p>
        </p:txBody>
      </p:sp>
      <p:sp>
        <p:nvSpPr>
          <p:cNvPr id="123" name="Shape 99"/>
          <p:cNvSpPr/>
          <p:nvPr/>
        </p:nvSpPr>
        <p:spPr>
          <a:xfrm>
            <a:off x="891540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24" name="Shape 100"/>
          <p:cNvSpPr/>
          <p:nvPr/>
        </p:nvSpPr>
        <p:spPr>
          <a:xfrm>
            <a:off x="900684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5FA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125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134856" y="3630168"/>
            <a:ext cx="384048" cy="384048"/>
          </a:xfrm>
          <a:prstGeom prst="rect">
            <a:avLst/>
          </a:prstGeom>
        </p:spPr>
      </p:pic>
      <p:pic>
        <p:nvPicPr>
          <p:cNvPr id="126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1311128" y="3685032"/>
            <a:ext cx="219456" cy="219456"/>
          </a:xfrm>
          <a:prstGeom prst="rect">
            <a:avLst/>
          </a:prstGeom>
        </p:spPr>
      </p:pic>
      <p:sp>
        <p:nvSpPr>
          <p:cNvPr id="127" name="Text 101"/>
          <p:cNvSpPr txBox="1"/>
          <p:nvPr/>
        </p:nvSpPr>
        <p:spPr>
          <a:xfrm>
            <a:off x="9006840" y="359359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128" name="Shape 102"/>
          <p:cNvSpPr/>
          <p:nvPr/>
        </p:nvSpPr>
        <p:spPr>
          <a:xfrm>
            <a:off x="990295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29" name="Shape 103"/>
          <p:cNvSpPr/>
          <p:nvPr/>
        </p:nvSpPr>
        <p:spPr>
          <a:xfrm>
            <a:off x="1010869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30" name="Shape 104"/>
          <p:cNvSpPr/>
          <p:nvPr/>
        </p:nvSpPr>
        <p:spPr>
          <a:xfrm>
            <a:off x="1031443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31" name="Shape 105"/>
          <p:cNvSpPr/>
          <p:nvPr/>
        </p:nvSpPr>
        <p:spPr>
          <a:xfrm>
            <a:off x="1052017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32" name="Shape 106"/>
          <p:cNvSpPr/>
          <p:nvPr/>
        </p:nvSpPr>
        <p:spPr>
          <a:xfrm>
            <a:off x="1072591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33" name="Text 107"/>
          <p:cNvSpPr txBox="1"/>
          <p:nvPr/>
        </p:nvSpPr>
        <p:spPr>
          <a:xfrm>
            <a:off x="9006840" y="40690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 孝海 様</a:t>
            </a:r>
            <a:endParaRPr lang="en-US" sz="2200" dirty="0"/>
          </a:p>
        </p:txBody>
      </p:sp>
      <p:sp>
        <p:nvSpPr>
          <p:cNvPr id="134" name="Shape 108"/>
          <p:cNvSpPr/>
          <p:nvPr/>
        </p:nvSpPr>
        <p:spPr>
          <a:xfrm>
            <a:off x="41148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35" name="Shape 109"/>
          <p:cNvSpPr/>
          <p:nvPr/>
        </p:nvSpPr>
        <p:spPr>
          <a:xfrm>
            <a:off x="50292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5FA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136" name="Image 24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30936" y="5138928"/>
            <a:ext cx="384048" cy="384048"/>
          </a:xfrm>
          <a:prstGeom prst="rect">
            <a:avLst/>
          </a:prstGeom>
        </p:spPr>
      </p:pic>
      <p:pic>
        <p:nvPicPr>
          <p:cNvPr id="137" name="Image 25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807208" y="5193792"/>
            <a:ext cx="219456" cy="219456"/>
          </a:xfrm>
          <a:prstGeom prst="rect">
            <a:avLst/>
          </a:prstGeom>
        </p:spPr>
      </p:pic>
      <p:sp>
        <p:nvSpPr>
          <p:cNvPr id="138" name="Text 110"/>
          <p:cNvSpPr txBox="1"/>
          <p:nvPr/>
        </p:nvSpPr>
        <p:spPr>
          <a:xfrm>
            <a:off x="502920" y="510235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139" name="Shape 111"/>
          <p:cNvSpPr/>
          <p:nvPr/>
        </p:nvSpPr>
        <p:spPr>
          <a:xfrm>
            <a:off x="139903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40" name="Shape 112"/>
          <p:cNvSpPr/>
          <p:nvPr/>
        </p:nvSpPr>
        <p:spPr>
          <a:xfrm>
            <a:off x="160477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41" name="Shape 113"/>
          <p:cNvSpPr/>
          <p:nvPr/>
        </p:nvSpPr>
        <p:spPr>
          <a:xfrm>
            <a:off x="181051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42" name="Shape 114"/>
          <p:cNvSpPr/>
          <p:nvPr/>
        </p:nvSpPr>
        <p:spPr>
          <a:xfrm>
            <a:off x="201625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43" name="Shape 115"/>
          <p:cNvSpPr/>
          <p:nvPr/>
        </p:nvSpPr>
        <p:spPr>
          <a:xfrm>
            <a:off x="222199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44" name="Text 116"/>
          <p:cNvSpPr txBox="1"/>
          <p:nvPr/>
        </p:nvSpPr>
        <p:spPr>
          <a:xfrm>
            <a:off x="502920" y="5577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 秀海 様</a:t>
            </a:r>
            <a:endParaRPr lang="en-US" sz="2200" dirty="0"/>
          </a:p>
        </p:txBody>
      </p:sp>
      <p:sp>
        <p:nvSpPr>
          <p:cNvPr id="145" name="Shape 117"/>
          <p:cNvSpPr/>
          <p:nvPr/>
        </p:nvSpPr>
        <p:spPr>
          <a:xfrm>
            <a:off x="324612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46" name="Shape 118"/>
          <p:cNvSpPr/>
          <p:nvPr/>
        </p:nvSpPr>
        <p:spPr>
          <a:xfrm>
            <a:off x="333756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5FA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147" name="Image 26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465576" y="5138928"/>
            <a:ext cx="384048" cy="384048"/>
          </a:xfrm>
          <a:prstGeom prst="rect">
            <a:avLst/>
          </a:prstGeom>
        </p:spPr>
      </p:pic>
      <p:pic>
        <p:nvPicPr>
          <p:cNvPr id="148" name="Image 27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641848" y="5193792"/>
            <a:ext cx="219456" cy="219456"/>
          </a:xfrm>
          <a:prstGeom prst="rect">
            <a:avLst/>
          </a:prstGeom>
        </p:spPr>
      </p:pic>
      <p:sp>
        <p:nvSpPr>
          <p:cNvPr id="149" name="Text 119"/>
          <p:cNvSpPr txBox="1"/>
          <p:nvPr/>
        </p:nvSpPr>
        <p:spPr>
          <a:xfrm>
            <a:off x="3337560" y="510235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150" name="Shape 120"/>
          <p:cNvSpPr/>
          <p:nvPr/>
        </p:nvSpPr>
        <p:spPr>
          <a:xfrm>
            <a:off x="423367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51" name="Shape 121"/>
          <p:cNvSpPr/>
          <p:nvPr/>
        </p:nvSpPr>
        <p:spPr>
          <a:xfrm>
            <a:off x="443941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52" name="Shape 122"/>
          <p:cNvSpPr/>
          <p:nvPr/>
        </p:nvSpPr>
        <p:spPr>
          <a:xfrm>
            <a:off x="464515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53" name="Shape 123"/>
          <p:cNvSpPr/>
          <p:nvPr/>
        </p:nvSpPr>
        <p:spPr>
          <a:xfrm>
            <a:off x="485089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54" name="Shape 124"/>
          <p:cNvSpPr/>
          <p:nvPr/>
        </p:nvSpPr>
        <p:spPr>
          <a:xfrm>
            <a:off x="505663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55" name="Text 125"/>
          <p:cNvSpPr txBox="1"/>
          <p:nvPr/>
        </p:nvSpPr>
        <p:spPr>
          <a:xfrm>
            <a:off x="3337560" y="5577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 伶海 様</a:t>
            </a:r>
            <a:endParaRPr lang="en-US" sz="2200" dirty="0"/>
          </a:p>
        </p:txBody>
      </p:sp>
      <p:sp>
        <p:nvSpPr>
          <p:cNvPr id="156" name="Shape 126"/>
          <p:cNvSpPr/>
          <p:nvPr/>
        </p:nvSpPr>
        <p:spPr>
          <a:xfrm>
            <a:off x="608076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57" name="Shape 127"/>
          <p:cNvSpPr/>
          <p:nvPr/>
        </p:nvSpPr>
        <p:spPr>
          <a:xfrm>
            <a:off x="617220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5FA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158" name="Image 28" descr="preencoded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6300216" y="5138928"/>
            <a:ext cx="384048" cy="384048"/>
          </a:xfrm>
          <a:prstGeom prst="rect">
            <a:avLst/>
          </a:prstGeom>
        </p:spPr>
      </p:pic>
      <p:pic>
        <p:nvPicPr>
          <p:cNvPr id="159" name="Image 29" descr="preencoded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476488" y="5193792"/>
            <a:ext cx="219456" cy="219456"/>
          </a:xfrm>
          <a:prstGeom prst="rect">
            <a:avLst/>
          </a:prstGeom>
        </p:spPr>
      </p:pic>
      <p:sp>
        <p:nvSpPr>
          <p:cNvPr id="160" name="Text 128"/>
          <p:cNvSpPr txBox="1"/>
          <p:nvPr/>
        </p:nvSpPr>
        <p:spPr>
          <a:xfrm>
            <a:off x="6172200" y="510235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161" name="Shape 129"/>
          <p:cNvSpPr/>
          <p:nvPr/>
        </p:nvSpPr>
        <p:spPr>
          <a:xfrm>
            <a:off x="706831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62" name="Shape 130"/>
          <p:cNvSpPr/>
          <p:nvPr/>
        </p:nvSpPr>
        <p:spPr>
          <a:xfrm>
            <a:off x="727405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63" name="Shape 131"/>
          <p:cNvSpPr/>
          <p:nvPr/>
        </p:nvSpPr>
        <p:spPr>
          <a:xfrm>
            <a:off x="747979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64" name="Shape 132"/>
          <p:cNvSpPr/>
          <p:nvPr/>
        </p:nvSpPr>
        <p:spPr>
          <a:xfrm>
            <a:off x="768553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65" name="Shape 133"/>
          <p:cNvSpPr/>
          <p:nvPr/>
        </p:nvSpPr>
        <p:spPr>
          <a:xfrm>
            <a:off x="789127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66" name="Text 134"/>
          <p:cNvSpPr txBox="1"/>
          <p:nvPr/>
        </p:nvSpPr>
        <p:spPr>
          <a:xfrm>
            <a:off x="6172200" y="5577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鈴木 亜海 様</a:t>
            </a:r>
            <a:endParaRPr lang="en-US" sz="2200" dirty="0"/>
          </a:p>
        </p:txBody>
      </p:sp>
      <p:sp>
        <p:nvSpPr>
          <p:cNvPr id="167" name="Shape 135"/>
          <p:cNvSpPr/>
          <p:nvPr/>
        </p:nvSpPr>
        <p:spPr>
          <a:xfrm>
            <a:off x="891540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68" name="Shape 136"/>
          <p:cNvSpPr/>
          <p:nvPr/>
        </p:nvSpPr>
        <p:spPr>
          <a:xfrm>
            <a:off x="900684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5FA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169" name="Image 30" descr="preencoded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9134856" y="5138928"/>
            <a:ext cx="384048" cy="384048"/>
          </a:xfrm>
          <a:prstGeom prst="rect">
            <a:avLst/>
          </a:prstGeom>
        </p:spPr>
      </p:pic>
      <p:pic>
        <p:nvPicPr>
          <p:cNvPr id="170" name="Image 31" descr="preencoded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1311128" y="5193792"/>
            <a:ext cx="219456" cy="219456"/>
          </a:xfrm>
          <a:prstGeom prst="rect">
            <a:avLst/>
          </a:prstGeom>
        </p:spPr>
      </p:pic>
      <p:sp>
        <p:nvSpPr>
          <p:cNvPr id="171" name="Text 137"/>
          <p:cNvSpPr txBox="1"/>
          <p:nvPr/>
        </p:nvSpPr>
        <p:spPr>
          <a:xfrm>
            <a:off x="9006840" y="510235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172" name="Shape 138"/>
          <p:cNvSpPr/>
          <p:nvPr/>
        </p:nvSpPr>
        <p:spPr>
          <a:xfrm>
            <a:off x="990295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73" name="Shape 139"/>
          <p:cNvSpPr/>
          <p:nvPr/>
        </p:nvSpPr>
        <p:spPr>
          <a:xfrm>
            <a:off x="1010869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74" name="Shape 140"/>
          <p:cNvSpPr/>
          <p:nvPr/>
        </p:nvSpPr>
        <p:spPr>
          <a:xfrm>
            <a:off x="1031443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75" name="Shape 141"/>
          <p:cNvSpPr/>
          <p:nvPr/>
        </p:nvSpPr>
        <p:spPr>
          <a:xfrm>
            <a:off x="1052017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76" name="Shape 142"/>
          <p:cNvSpPr/>
          <p:nvPr/>
        </p:nvSpPr>
        <p:spPr>
          <a:xfrm>
            <a:off x="1072591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77" name="Text 143"/>
          <p:cNvSpPr txBox="1"/>
          <p:nvPr/>
        </p:nvSpPr>
        <p:spPr>
          <a:xfrm>
            <a:off x="9006840" y="5577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宋 智子 様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3" name="Shape 1"/>
          <p:cNvSpPr/>
          <p:nvPr/>
        </p:nvSpPr>
        <p:spPr>
          <a:xfrm>
            <a:off x="50292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5FA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612648"/>
            <a:ext cx="384048" cy="384048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7208" y="667512"/>
            <a:ext cx="219456" cy="21945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" y="57607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7" name="Shape 3"/>
          <p:cNvSpPr/>
          <p:nvPr/>
        </p:nvSpPr>
        <p:spPr>
          <a:xfrm>
            <a:off x="139903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160477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181051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201625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222199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02920" y="10515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島田 崇司 様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324612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4" name="Shape 10"/>
          <p:cNvSpPr/>
          <p:nvPr/>
        </p:nvSpPr>
        <p:spPr>
          <a:xfrm>
            <a:off x="333756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5FA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612648"/>
            <a:ext cx="384048" cy="384048"/>
          </a:xfrm>
          <a:prstGeom prst="rect">
            <a:avLst/>
          </a:prstGeom>
        </p:spPr>
      </p:pic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1848" y="667512"/>
            <a:ext cx="219456" cy="21945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3337560" y="57607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423367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43941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64515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85089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505663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3337560" y="10515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飛松 虎太朗 様</a:t>
            </a:r>
            <a:endParaRPr lang="en-US" sz="2200" dirty="0"/>
          </a:p>
        </p:txBody>
      </p:sp>
      <p:sp>
        <p:nvSpPr>
          <p:cNvPr id="24" name="Shape 18"/>
          <p:cNvSpPr/>
          <p:nvPr/>
        </p:nvSpPr>
        <p:spPr>
          <a:xfrm>
            <a:off x="608076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25" name="Shape 19"/>
          <p:cNvSpPr/>
          <p:nvPr/>
        </p:nvSpPr>
        <p:spPr>
          <a:xfrm>
            <a:off x="617220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5FA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0216" y="612648"/>
            <a:ext cx="384048" cy="384048"/>
          </a:xfrm>
          <a:prstGeom prst="rect">
            <a:avLst/>
          </a:prstGeom>
        </p:spPr>
      </p:pic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6488" y="667512"/>
            <a:ext cx="219456" cy="219456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6172200" y="57607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706831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727405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747979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768553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789127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6172200" y="10515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渡邊 雅之 様</a:t>
            </a:r>
            <a:endParaRPr lang="en-US" sz="2200" dirty="0"/>
          </a:p>
        </p:txBody>
      </p:sp>
      <p:sp>
        <p:nvSpPr>
          <p:cNvPr id="35" name="Shape 27"/>
          <p:cNvSpPr/>
          <p:nvPr/>
        </p:nvSpPr>
        <p:spPr>
          <a:xfrm>
            <a:off x="891540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36" name="Shape 28"/>
          <p:cNvSpPr/>
          <p:nvPr/>
        </p:nvSpPr>
        <p:spPr>
          <a:xfrm>
            <a:off x="900684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5FA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34856" y="612648"/>
            <a:ext cx="384048" cy="384048"/>
          </a:xfrm>
          <a:prstGeom prst="rect">
            <a:avLst/>
          </a:prstGeom>
        </p:spPr>
      </p:pic>
      <p:pic>
        <p:nvPicPr>
          <p:cNvPr id="3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311128" y="667512"/>
            <a:ext cx="219456" cy="219456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9006840" y="57607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40" name="Shape 30"/>
          <p:cNvSpPr/>
          <p:nvPr/>
        </p:nvSpPr>
        <p:spPr>
          <a:xfrm>
            <a:off x="990295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41" name="Shape 31"/>
          <p:cNvSpPr/>
          <p:nvPr/>
        </p:nvSpPr>
        <p:spPr>
          <a:xfrm>
            <a:off x="1010869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42" name="Shape 32"/>
          <p:cNvSpPr/>
          <p:nvPr/>
        </p:nvSpPr>
        <p:spPr>
          <a:xfrm>
            <a:off x="1031443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43" name="Shape 33"/>
          <p:cNvSpPr/>
          <p:nvPr/>
        </p:nvSpPr>
        <p:spPr>
          <a:xfrm>
            <a:off x="1052017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44" name="Shape 34"/>
          <p:cNvSpPr/>
          <p:nvPr/>
        </p:nvSpPr>
        <p:spPr>
          <a:xfrm>
            <a:off x="1072591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45" name="Text 35"/>
          <p:cNvSpPr txBox="1"/>
          <p:nvPr/>
        </p:nvSpPr>
        <p:spPr>
          <a:xfrm>
            <a:off x="9006840" y="10515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中山 瑠惟 様</a:t>
            </a:r>
            <a:endParaRPr lang="en-US" sz="2200" dirty="0"/>
          </a:p>
        </p:txBody>
      </p:sp>
      <p:sp>
        <p:nvSpPr>
          <p:cNvPr id="46" name="Shape 36"/>
          <p:cNvSpPr/>
          <p:nvPr/>
        </p:nvSpPr>
        <p:spPr>
          <a:xfrm>
            <a:off x="41148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47" name="Shape 37"/>
          <p:cNvSpPr/>
          <p:nvPr/>
        </p:nvSpPr>
        <p:spPr>
          <a:xfrm>
            <a:off x="50292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5FA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4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2121408"/>
            <a:ext cx="384048" cy="384048"/>
          </a:xfrm>
          <a:prstGeom prst="rect">
            <a:avLst/>
          </a:prstGeom>
        </p:spPr>
      </p:pic>
      <p:pic>
        <p:nvPicPr>
          <p:cNvPr id="4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07208" y="2176272"/>
            <a:ext cx="219456" cy="219456"/>
          </a:xfrm>
          <a:prstGeom prst="rect">
            <a:avLst/>
          </a:prstGeom>
        </p:spPr>
      </p:pic>
      <p:sp>
        <p:nvSpPr>
          <p:cNvPr id="50" name="Text 38"/>
          <p:cNvSpPr txBox="1"/>
          <p:nvPr/>
        </p:nvSpPr>
        <p:spPr>
          <a:xfrm>
            <a:off x="502920" y="208483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51" name="Shape 39"/>
          <p:cNvSpPr/>
          <p:nvPr/>
        </p:nvSpPr>
        <p:spPr>
          <a:xfrm>
            <a:off x="139903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52" name="Shape 40"/>
          <p:cNvSpPr/>
          <p:nvPr/>
        </p:nvSpPr>
        <p:spPr>
          <a:xfrm>
            <a:off x="160477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53" name="Shape 41"/>
          <p:cNvSpPr/>
          <p:nvPr/>
        </p:nvSpPr>
        <p:spPr>
          <a:xfrm>
            <a:off x="181051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54" name="Shape 42"/>
          <p:cNvSpPr/>
          <p:nvPr/>
        </p:nvSpPr>
        <p:spPr>
          <a:xfrm>
            <a:off x="201625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55" name="Shape 43"/>
          <p:cNvSpPr/>
          <p:nvPr/>
        </p:nvSpPr>
        <p:spPr>
          <a:xfrm>
            <a:off x="222199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56" name="Text 44"/>
          <p:cNvSpPr txBox="1"/>
          <p:nvPr/>
        </p:nvSpPr>
        <p:spPr>
          <a:xfrm>
            <a:off x="502920" y="2560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吉田 賢史 様</a:t>
            </a:r>
            <a:endParaRPr lang="en-US" sz="2200" dirty="0"/>
          </a:p>
        </p:txBody>
      </p:sp>
      <p:sp>
        <p:nvSpPr>
          <p:cNvPr id="57" name="Shape 45"/>
          <p:cNvSpPr/>
          <p:nvPr/>
        </p:nvSpPr>
        <p:spPr>
          <a:xfrm>
            <a:off x="324612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58" name="Shape 46"/>
          <p:cNvSpPr/>
          <p:nvPr/>
        </p:nvSpPr>
        <p:spPr>
          <a:xfrm>
            <a:off x="333756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5FA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5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65576" y="2121408"/>
            <a:ext cx="384048" cy="384048"/>
          </a:xfrm>
          <a:prstGeom prst="rect">
            <a:avLst/>
          </a:prstGeom>
        </p:spPr>
      </p:pic>
      <p:pic>
        <p:nvPicPr>
          <p:cNvPr id="6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41848" y="2176272"/>
            <a:ext cx="219456" cy="219456"/>
          </a:xfrm>
          <a:prstGeom prst="rect">
            <a:avLst/>
          </a:prstGeom>
        </p:spPr>
      </p:pic>
      <p:sp>
        <p:nvSpPr>
          <p:cNvPr id="61" name="Text 47"/>
          <p:cNvSpPr txBox="1"/>
          <p:nvPr/>
        </p:nvSpPr>
        <p:spPr>
          <a:xfrm>
            <a:off x="3337560" y="208483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62" name="Shape 48"/>
          <p:cNvSpPr/>
          <p:nvPr/>
        </p:nvSpPr>
        <p:spPr>
          <a:xfrm>
            <a:off x="423367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63" name="Shape 49"/>
          <p:cNvSpPr/>
          <p:nvPr/>
        </p:nvSpPr>
        <p:spPr>
          <a:xfrm>
            <a:off x="443941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64" name="Shape 50"/>
          <p:cNvSpPr/>
          <p:nvPr/>
        </p:nvSpPr>
        <p:spPr>
          <a:xfrm>
            <a:off x="464515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65" name="Shape 51"/>
          <p:cNvSpPr/>
          <p:nvPr/>
        </p:nvSpPr>
        <p:spPr>
          <a:xfrm>
            <a:off x="485089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66" name="Shape 52"/>
          <p:cNvSpPr/>
          <p:nvPr/>
        </p:nvSpPr>
        <p:spPr>
          <a:xfrm>
            <a:off x="505663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67" name="Text 53"/>
          <p:cNvSpPr txBox="1"/>
          <p:nvPr/>
        </p:nvSpPr>
        <p:spPr>
          <a:xfrm>
            <a:off x="3337560" y="2560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津田 昂輝 様</a:t>
            </a:r>
            <a:endParaRPr lang="en-US" sz="2200" dirty="0"/>
          </a:p>
        </p:txBody>
      </p:sp>
      <p:sp>
        <p:nvSpPr>
          <p:cNvPr id="68" name="Shape 54"/>
          <p:cNvSpPr/>
          <p:nvPr/>
        </p:nvSpPr>
        <p:spPr>
          <a:xfrm>
            <a:off x="608076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69" name="Shape 55"/>
          <p:cNvSpPr/>
          <p:nvPr/>
        </p:nvSpPr>
        <p:spPr>
          <a:xfrm>
            <a:off x="617220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5FA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70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00216" y="2121408"/>
            <a:ext cx="384048" cy="384048"/>
          </a:xfrm>
          <a:prstGeom prst="rect">
            <a:avLst/>
          </a:prstGeom>
        </p:spPr>
      </p:pic>
      <p:pic>
        <p:nvPicPr>
          <p:cNvPr id="7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476488" y="2176272"/>
            <a:ext cx="219456" cy="219456"/>
          </a:xfrm>
          <a:prstGeom prst="rect">
            <a:avLst/>
          </a:prstGeom>
        </p:spPr>
      </p:pic>
      <p:sp>
        <p:nvSpPr>
          <p:cNvPr id="72" name="Text 56"/>
          <p:cNvSpPr txBox="1"/>
          <p:nvPr/>
        </p:nvSpPr>
        <p:spPr>
          <a:xfrm>
            <a:off x="6172200" y="208483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73" name="Shape 57"/>
          <p:cNvSpPr/>
          <p:nvPr/>
        </p:nvSpPr>
        <p:spPr>
          <a:xfrm>
            <a:off x="706831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74" name="Shape 58"/>
          <p:cNvSpPr/>
          <p:nvPr/>
        </p:nvSpPr>
        <p:spPr>
          <a:xfrm>
            <a:off x="727405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75" name="Shape 59"/>
          <p:cNvSpPr/>
          <p:nvPr/>
        </p:nvSpPr>
        <p:spPr>
          <a:xfrm>
            <a:off x="747979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76" name="Shape 60"/>
          <p:cNvSpPr/>
          <p:nvPr/>
        </p:nvSpPr>
        <p:spPr>
          <a:xfrm>
            <a:off x="768553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77" name="Shape 61"/>
          <p:cNvSpPr/>
          <p:nvPr/>
        </p:nvSpPr>
        <p:spPr>
          <a:xfrm>
            <a:off x="789127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78" name="Text 62"/>
          <p:cNvSpPr txBox="1"/>
          <p:nvPr/>
        </p:nvSpPr>
        <p:spPr>
          <a:xfrm>
            <a:off x="6172200" y="2560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安永 俊樹 様</a:t>
            </a:r>
            <a:endParaRPr lang="en-US" sz="2200" dirty="0"/>
          </a:p>
        </p:txBody>
      </p:sp>
      <p:sp>
        <p:nvSpPr>
          <p:cNvPr id="79" name="Shape 63"/>
          <p:cNvSpPr/>
          <p:nvPr/>
        </p:nvSpPr>
        <p:spPr>
          <a:xfrm>
            <a:off x="891540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80" name="Shape 64"/>
          <p:cNvSpPr/>
          <p:nvPr/>
        </p:nvSpPr>
        <p:spPr>
          <a:xfrm>
            <a:off x="900684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5FA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81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34856" y="2121408"/>
            <a:ext cx="384048" cy="384048"/>
          </a:xfrm>
          <a:prstGeom prst="rect">
            <a:avLst/>
          </a:prstGeom>
        </p:spPr>
      </p:pic>
      <p:pic>
        <p:nvPicPr>
          <p:cNvPr id="82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311128" y="2176272"/>
            <a:ext cx="219456" cy="219456"/>
          </a:xfrm>
          <a:prstGeom prst="rect">
            <a:avLst/>
          </a:prstGeom>
        </p:spPr>
      </p:pic>
      <p:sp>
        <p:nvSpPr>
          <p:cNvPr id="83" name="Text 65"/>
          <p:cNvSpPr txBox="1"/>
          <p:nvPr/>
        </p:nvSpPr>
        <p:spPr>
          <a:xfrm>
            <a:off x="9006840" y="208483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84" name="Shape 66"/>
          <p:cNvSpPr/>
          <p:nvPr/>
        </p:nvSpPr>
        <p:spPr>
          <a:xfrm>
            <a:off x="990295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85" name="Shape 67"/>
          <p:cNvSpPr/>
          <p:nvPr/>
        </p:nvSpPr>
        <p:spPr>
          <a:xfrm>
            <a:off x="1010869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86" name="Shape 68"/>
          <p:cNvSpPr/>
          <p:nvPr/>
        </p:nvSpPr>
        <p:spPr>
          <a:xfrm>
            <a:off x="1031443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87" name="Shape 69"/>
          <p:cNvSpPr/>
          <p:nvPr/>
        </p:nvSpPr>
        <p:spPr>
          <a:xfrm>
            <a:off x="1052017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88" name="Shape 70"/>
          <p:cNvSpPr/>
          <p:nvPr/>
        </p:nvSpPr>
        <p:spPr>
          <a:xfrm>
            <a:off x="1072591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89" name="Text 71"/>
          <p:cNvSpPr txBox="1"/>
          <p:nvPr/>
        </p:nvSpPr>
        <p:spPr>
          <a:xfrm>
            <a:off x="9006840" y="2560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昭元 公輝 様</a:t>
            </a:r>
            <a:endParaRPr lang="en-US" sz="2200" dirty="0"/>
          </a:p>
        </p:txBody>
      </p:sp>
      <p:sp>
        <p:nvSpPr>
          <p:cNvPr id="90" name="Shape 72"/>
          <p:cNvSpPr/>
          <p:nvPr/>
        </p:nvSpPr>
        <p:spPr>
          <a:xfrm>
            <a:off x="41148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91" name="Shape 73"/>
          <p:cNvSpPr/>
          <p:nvPr/>
        </p:nvSpPr>
        <p:spPr>
          <a:xfrm>
            <a:off x="50292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5FA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92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0936" y="3630168"/>
            <a:ext cx="384048" cy="384048"/>
          </a:xfrm>
          <a:prstGeom prst="rect">
            <a:avLst/>
          </a:prstGeom>
        </p:spPr>
      </p:pic>
      <p:pic>
        <p:nvPicPr>
          <p:cNvPr id="9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807208" y="3685032"/>
            <a:ext cx="219456" cy="219456"/>
          </a:xfrm>
          <a:prstGeom prst="rect">
            <a:avLst/>
          </a:prstGeom>
        </p:spPr>
      </p:pic>
      <p:sp>
        <p:nvSpPr>
          <p:cNvPr id="94" name="Text 74"/>
          <p:cNvSpPr txBox="1"/>
          <p:nvPr/>
        </p:nvSpPr>
        <p:spPr>
          <a:xfrm>
            <a:off x="502920" y="359359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95" name="Shape 75"/>
          <p:cNvSpPr/>
          <p:nvPr/>
        </p:nvSpPr>
        <p:spPr>
          <a:xfrm>
            <a:off x="139903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96" name="Shape 76"/>
          <p:cNvSpPr/>
          <p:nvPr/>
        </p:nvSpPr>
        <p:spPr>
          <a:xfrm>
            <a:off x="160477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97" name="Shape 77"/>
          <p:cNvSpPr/>
          <p:nvPr/>
        </p:nvSpPr>
        <p:spPr>
          <a:xfrm>
            <a:off x="181051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98" name="Shape 78"/>
          <p:cNvSpPr/>
          <p:nvPr/>
        </p:nvSpPr>
        <p:spPr>
          <a:xfrm>
            <a:off x="201625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99" name="Shape 79"/>
          <p:cNvSpPr/>
          <p:nvPr/>
        </p:nvSpPr>
        <p:spPr>
          <a:xfrm>
            <a:off x="222199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00" name="Text 80"/>
          <p:cNvSpPr txBox="1"/>
          <p:nvPr/>
        </p:nvSpPr>
        <p:spPr>
          <a:xfrm>
            <a:off x="502920" y="40690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森 貴裕 様</a:t>
            </a:r>
            <a:endParaRPr lang="en-US" sz="2200" dirty="0"/>
          </a:p>
        </p:txBody>
      </p:sp>
      <p:sp>
        <p:nvSpPr>
          <p:cNvPr id="101" name="Shape 81"/>
          <p:cNvSpPr/>
          <p:nvPr/>
        </p:nvSpPr>
        <p:spPr>
          <a:xfrm>
            <a:off x="324612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02" name="Shape 82"/>
          <p:cNvSpPr/>
          <p:nvPr/>
        </p:nvSpPr>
        <p:spPr>
          <a:xfrm>
            <a:off x="333756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5FA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103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465576" y="3630168"/>
            <a:ext cx="384048" cy="384048"/>
          </a:xfrm>
          <a:prstGeom prst="rect">
            <a:avLst/>
          </a:prstGeom>
        </p:spPr>
      </p:pic>
      <p:pic>
        <p:nvPicPr>
          <p:cNvPr id="104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641848" y="3685032"/>
            <a:ext cx="219456" cy="219456"/>
          </a:xfrm>
          <a:prstGeom prst="rect">
            <a:avLst/>
          </a:prstGeom>
        </p:spPr>
      </p:pic>
      <p:sp>
        <p:nvSpPr>
          <p:cNvPr id="105" name="Text 83"/>
          <p:cNvSpPr txBox="1"/>
          <p:nvPr/>
        </p:nvSpPr>
        <p:spPr>
          <a:xfrm>
            <a:off x="3337560" y="359359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106" name="Shape 84"/>
          <p:cNvSpPr/>
          <p:nvPr/>
        </p:nvSpPr>
        <p:spPr>
          <a:xfrm>
            <a:off x="423367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07" name="Shape 85"/>
          <p:cNvSpPr/>
          <p:nvPr/>
        </p:nvSpPr>
        <p:spPr>
          <a:xfrm>
            <a:off x="443941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08" name="Shape 86"/>
          <p:cNvSpPr/>
          <p:nvPr/>
        </p:nvSpPr>
        <p:spPr>
          <a:xfrm>
            <a:off x="464515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09" name="Shape 87"/>
          <p:cNvSpPr/>
          <p:nvPr/>
        </p:nvSpPr>
        <p:spPr>
          <a:xfrm>
            <a:off x="485089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10" name="Shape 88"/>
          <p:cNvSpPr/>
          <p:nvPr/>
        </p:nvSpPr>
        <p:spPr>
          <a:xfrm>
            <a:off x="505663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11" name="Text 89"/>
          <p:cNvSpPr txBox="1"/>
          <p:nvPr/>
        </p:nvSpPr>
        <p:spPr>
          <a:xfrm>
            <a:off x="3337560" y="40690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大泉 周平 様</a:t>
            </a:r>
            <a:endParaRPr lang="en-US" sz="2200" dirty="0"/>
          </a:p>
        </p:txBody>
      </p:sp>
      <p:sp>
        <p:nvSpPr>
          <p:cNvPr id="112" name="Shape 90"/>
          <p:cNvSpPr/>
          <p:nvPr/>
        </p:nvSpPr>
        <p:spPr>
          <a:xfrm>
            <a:off x="608076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13" name="Shape 91"/>
          <p:cNvSpPr/>
          <p:nvPr/>
        </p:nvSpPr>
        <p:spPr>
          <a:xfrm>
            <a:off x="617220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5FA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114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300216" y="3630168"/>
            <a:ext cx="384048" cy="384048"/>
          </a:xfrm>
          <a:prstGeom prst="rect">
            <a:avLst/>
          </a:prstGeom>
        </p:spPr>
      </p:pic>
      <p:pic>
        <p:nvPicPr>
          <p:cNvPr id="115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476488" y="3685032"/>
            <a:ext cx="219456" cy="219456"/>
          </a:xfrm>
          <a:prstGeom prst="rect">
            <a:avLst/>
          </a:prstGeom>
        </p:spPr>
      </p:pic>
      <p:sp>
        <p:nvSpPr>
          <p:cNvPr id="116" name="Text 92"/>
          <p:cNvSpPr txBox="1"/>
          <p:nvPr/>
        </p:nvSpPr>
        <p:spPr>
          <a:xfrm>
            <a:off x="6172200" y="359359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117" name="Shape 93"/>
          <p:cNvSpPr/>
          <p:nvPr/>
        </p:nvSpPr>
        <p:spPr>
          <a:xfrm>
            <a:off x="706831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18" name="Shape 94"/>
          <p:cNvSpPr/>
          <p:nvPr/>
        </p:nvSpPr>
        <p:spPr>
          <a:xfrm>
            <a:off x="727405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19" name="Shape 95"/>
          <p:cNvSpPr/>
          <p:nvPr/>
        </p:nvSpPr>
        <p:spPr>
          <a:xfrm>
            <a:off x="747979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20" name="Shape 96"/>
          <p:cNvSpPr/>
          <p:nvPr/>
        </p:nvSpPr>
        <p:spPr>
          <a:xfrm>
            <a:off x="768553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21" name="Shape 97"/>
          <p:cNvSpPr/>
          <p:nvPr/>
        </p:nvSpPr>
        <p:spPr>
          <a:xfrm>
            <a:off x="789127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22" name="Text 98"/>
          <p:cNvSpPr txBox="1"/>
          <p:nvPr/>
        </p:nvSpPr>
        <p:spPr>
          <a:xfrm>
            <a:off x="6172200" y="40690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守屋 勇汰 様</a:t>
            </a:r>
            <a:endParaRPr lang="en-US" sz="2200" dirty="0"/>
          </a:p>
        </p:txBody>
      </p:sp>
      <p:sp>
        <p:nvSpPr>
          <p:cNvPr id="123" name="Shape 99"/>
          <p:cNvSpPr/>
          <p:nvPr/>
        </p:nvSpPr>
        <p:spPr>
          <a:xfrm>
            <a:off x="891540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24" name="Shape 100"/>
          <p:cNvSpPr/>
          <p:nvPr/>
        </p:nvSpPr>
        <p:spPr>
          <a:xfrm>
            <a:off x="900684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5FA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125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134856" y="3630168"/>
            <a:ext cx="384048" cy="384048"/>
          </a:xfrm>
          <a:prstGeom prst="rect">
            <a:avLst/>
          </a:prstGeom>
        </p:spPr>
      </p:pic>
      <p:pic>
        <p:nvPicPr>
          <p:cNvPr id="126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1311128" y="3685032"/>
            <a:ext cx="219456" cy="219456"/>
          </a:xfrm>
          <a:prstGeom prst="rect">
            <a:avLst/>
          </a:prstGeom>
        </p:spPr>
      </p:pic>
      <p:sp>
        <p:nvSpPr>
          <p:cNvPr id="127" name="Text 101"/>
          <p:cNvSpPr txBox="1"/>
          <p:nvPr/>
        </p:nvSpPr>
        <p:spPr>
          <a:xfrm>
            <a:off x="9006840" y="359359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128" name="Shape 102"/>
          <p:cNvSpPr/>
          <p:nvPr/>
        </p:nvSpPr>
        <p:spPr>
          <a:xfrm>
            <a:off x="990295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29" name="Shape 103"/>
          <p:cNvSpPr/>
          <p:nvPr/>
        </p:nvSpPr>
        <p:spPr>
          <a:xfrm>
            <a:off x="1010869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30" name="Shape 104"/>
          <p:cNvSpPr/>
          <p:nvPr/>
        </p:nvSpPr>
        <p:spPr>
          <a:xfrm>
            <a:off x="1031443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31" name="Shape 105"/>
          <p:cNvSpPr/>
          <p:nvPr/>
        </p:nvSpPr>
        <p:spPr>
          <a:xfrm>
            <a:off x="1052017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32" name="Shape 106"/>
          <p:cNvSpPr/>
          <p:nvPr/>
        </p:nvSpPr>
        <p:spPr>
          <a:xfrm>
            <a:off x="1072591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33" name="Text 107"/>
          <p:cNvSpPr txBox="1"/>
          <p:nvPr/>
        </p:nvSpPr>
        <p:spPr>
          <a:xfrm>
            <a:off x="9006840" y="40690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守屋 陽杜 くん</a:t>
            </a:r>
            <a:endParaRPr lang="en-US" sz="2200" dirty="0"/>
          </a:p>
        </p:txBody>
      </p:sp>
      <p:sp>
        <p:nvSpPr>
          <p:cNvPr id="134" name="Shape 108"/>
          <p:cNvSpPr/>
          <p:nvPr/>
        </p:nvSpPr>
        <p:spPr>
          <a:xfrm>
            <a:off x="41148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35" name="Shape 109"/>
          <p:cNvSpPr/>
          <p:nvPr/>
        </p:nvSpPr>
        <p:spPr>
          <a:xfrm>
            <a:off x="50292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5FA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136" name="Image 24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30936" y="5138928"/>
            <a:ext cx="384048" cy="384048"/>
          </a:xfrm>
          <a:prstGeom prst="rect">
            <a:avLst/>
          </a:prstGeom>
        </p:spPr>
      </p:pic>
      <p:pic>
        <p:nvPicPr>
          <p:cNvPr id="137" name="Image 25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807208" y="5193792"/>
            <a:ext cx="219456" cy="219456"/>
          </a:xfrm>
          <a:prstGeom prst="rect">
            <a:avLst/>
          </a:prstGeom>
        </p:spPr>
      </p:pic>
      <p:sp>
        <p:nvSpPr>
          <p:cNvPr id="138" name="Text 110"/>
          <p:cNvSpPr txBox="1"/>
          <p:nvPr/>
        </p:nvSpPr>
        <p:spPr>
          <a:xfrm>
            <a:off x="502920" y="510235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139" name="Shape 111"/>
          <p:cNvSpPr/>
          <p:nvPr/>
        </p:nvSpPr>
        <p:spPr>
          <a:xfrm>
            <a:off x="139903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40" name="Shape 112"/>
          <p:cNvSpPr/>
          <p:nvPr/>
        </p:nvSpPr>
        <p:spPr>
          <a:xfrm>
            <a:off x="160477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41" name="Shape 113"/>
          <p:cNvSpPr/>
          <p:nvPr/>
        </p:nvSpPr>
        <p:spPr>
          <a:xfrm>
            <a:off x="181051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42" name="Shape 114"/>
          <p:cNvSpPr/>
          <p:nvPr/>
        </p:nvSpPr>
        <p:spPr>
          <a:xfrm>
            <a:off x="201625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43" name="Shape 115"/>
          <p:cNvSpPr/>
          <p:nvPr/>
        </p:nvSpPr>
        <p:spPr>
          <a:xfrm>
            <a:off x="222199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44" name="Text 116"/>
          <p:cNvSpPr txBox="1"/>
          <p:nvPr/>
        </p:nvSpPr>
        <p:spPr>
          <a:xfrm>
            <a:off x="502920" y="5577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守屋 晴香 様</a:t>
            </a:r>
            <a:endParaRPr lang="en-US" sz="2200" dirty="0"/>
          </a:p>
        </p:txBody>
      </p:sp>
      <p:sp>
        <p:nvSpPr>
          <p:cNvPr id="145" name="Shape 117"/>
          <p:cNvSpPr/>
          <p:nvPr/>
        </p:nvSpPr>
        <p:spPr>
          <a:xfrm>
            <a:off x="324612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46" name="Shape 118"/>
          <p:cNvSpPr/>
          <p:nvPr/>
        </p:nvSpPr>
        <p:spPr>
          <a:xfrm>
            <a:off x="333756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5FA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147" name="Image 26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465576" y="5138928"/>
            <a:ext cx="384048" cy="384048"/>
          </a:xfrm>
          <a:prstGeom prst="rect">
            <a:avLst/>
          </a:prstGeom>
        </p:spPr>
      </p:pic>
      <p:pic>
        <p:nvPicPr>
          <p:cNvPr id="148" name="Image 27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641848" y="5193792"/>
            <a:ext cx="219456" cy="219456"/>
          </a:xfrm>
          <a:prstGeom prst="rect">
            <a:avLst/>
          </a:prstGeom>
        </p:spPr>
      </p:pic>
      <p:sp>
        <p:nvSpPr>
          <p:cNvPr id="149" name="Text 119"/>
          <p:cNvSpPr txBox="1"/>
          <p:nvPr/>
        </p:nvSpPr>
        <p:spPr>
          <a:xfrm>
            <a:off x="3337560" y="510235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150" name="Shape 120"/>
          <p:cNvSpPr/>
          <p:nvPr/>
        </p:nvSpPr>
        <p:spPr>
          <a:xfrm>
            <a:off x="423367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51" name="Shape 121"/>
          <p:cNvSpPr/>
          <p:nvPr/>
        </p:nvSpPr>
        <p:spPr>
          <a:xfrm>
            <a:off x="443941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52" name="Shape 122"/>
          <p:cNvSpPr/>
          <p:nvPr/>
        </p:nvSpPr>
        <p:spPr>
          <a:xfrm>
            <a:off x="464515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53" name="Shape 123"/>
          <p:cNvSpPr/>
          <p:nvPr/>
        </p:nvSpPr>
        <p:spPr>
          <a:xfrm>
            <a:off x="485089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54" name="Shape 124"/>
          <p:cNvSpPr/>
          <p:nvPr/>
        </p:nvSpPr>
        <p:spPr>
          <a:xfrm>
            <a:off x="505663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55" name="Text 125"/>
          <p:cNvSpPr txBox="1"/>
          <p:nvPr/>
        </p:nvSpPr>
        <p:spPr>
          <a:xfrm>
            <a:off x="3337560" y="5577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溝渕 比奈子 様</a:t>
            </a:r>
            <a:endParaRPr lang="en-US" sz="2200" dirty="0"/>
          </a:p>
        </p:txBody>
      </p:sp>
      <p:sp>
        <p:nvSpPr>
          <p:cNvPr id="156" name="Shape 126"/>
          <p:cNvSpPr/>
          <p:nvPr/>
        </p:nvSpPr>
        <p:spPr>
          <a:xfrm>
            <a:off x="608076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57" name="Shape 127"/>
          <p:cNvSpPr/>
          <p:nvPr/>
        </p:nvSpPr>
        <p:spPr>
          <a:xfrm>
            <a:off x="617220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5FA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158" name="Image 28" descr="preencoded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6300216" y="5138928"/>
            <a:ext cx="384048" cy="384048"/>
          </a:xfrm>
          <a:prstGeom prst="rect">
            <a:avLst/>
          </a:prstGeom>
        </p:spPr>
      </p:pic>
      <p:pic>
        <p:nvPicPr>
          <p:cNvPr id="159" name="Image 29" descr="preencoded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476488" y="5193792"/>
            <a:ext cx="219456" cy="219456"/>
          </a:xfrm>
          <a:prstGeom prst="rect">
            <a:avLst/>
          </a:prstGeom>
        </p:spPr>
      </p:pic>
      <p:sp>
        <p:nvSpPr>
          <p:cNvPr id="160" name="Text 128"/>
          <p:cNvSpPr txBox="1"/>
          <p:nvPr/>
        </p:nvSpPr>
        <p:spPr>
          <a:xfrm>
            <a:off x="6172200" y="510235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161" name="Shape 129"/>
          <p:cNvSpPr/>
          <p:nvPr/>
        </p:nvSpPr>
        <p:spPr>
          <a:xfrm>
            <a:off x="706831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62" name="Shape 130"/>
          <p:cNvSpPr/>
          <p:nvPr/>
        </p:nvSpPr>
        <p:spPr>
          <a:xfrm>
            <a:off x="727405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63" name="Shape 131"/>
          <p:cNvSpPr/>
          <p:nvPr/>
        </p:nvSpPr>
        <p:spPr>
          <a:xfrm>
            <a:off x="747979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64" name="Shape 132"/>
          <p:cNvSpPr/>
          <p:nvPr/>
        </p:nvSpPr>
        <p:spPr>
          <a:xfrm>
            <a:off x="768553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65" name="Shape 133"/>
          <p:cNvSpPr/>
          <p:nvPr/>
        </p:nvSpPr>
        <p:spPr>
          <a:xfrm>
            <a:off x="789127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66" name="Text 134"/>
          <p:cNvSpPr txBox="1"/>
          <p:nvPr/>
        </p:nvSpPr>
        <p:spPr>
          <a:xfrm>
            <a:off x="6172200" y="5577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畑中 聖奈 様</a:t>
            </a:r>
            <a:endParaRPr lang="en-US" sz="2200" dirty="0"/>
          </a:p>
        </p:txBody>
      </p:sp>
      <p:sp>
        <p:nvSpPr>
          <p:cNvPr id="167" name="Shape 135"/>
          <p:cNvSpPr/>
          <p:nvPr/>
        </p:nvSpPr>
        <p:spPr>
          <a:xfrm>
            <a:off x="891540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68" name="Shape 136"/>
          <p:cNvSpPr/>
          <p:nvPr/>
        </p:nvSpPr>
        <p:spPr>
          <a:xfrm>
            <a:off x="900684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5FA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169" name="Image 30" descr="preencoded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9134856" y="5138928"/>
            <a:ext cx="384048" cy="384048"/>
          </a:xfrm>
          <a:prstGeom prst="rect">
            <a:avLst/>
          </a:prstGeom>
        </p:spPr>
      </p:pic>
      <p:pic>
        <p:nvPicPr>
          <p:cNvPr id="170" name="Image 31" descr="preencoded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1311128" y="5193792"/>
            <a:ext cx="219456" cy="219456"/>
          </a:xfrm>
          <a:prstGeom prst="rect">
            <a:avLst/>
          </a:prstGeom>
        </p:spPr>
      </p:pic>
      <p:sp>
        <p:nvSpPr>
          <p:cNvPr id="171" name="Text 137"/>
          <p:cNvSpPr txBox="1"/>
          <p:nvPr/>
        </p:nvSpPr>
        <p:spPr>
          <a:xfrm>
            <a:off x="9006840" y="510235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172" name="Shape 138"/>
          <p:cNvSpPr/>
          <p:nvPr/>
        </p:nvSpPr>
        <p:spPr>
          <a:xfrm>
            <a:off x="990295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73" name="Shape 139"/>
          <p:cNvSpPr/>
          <p:nvPr/>
        </p:nvSpPr>
        <p:spPr>
          <a:xfrm>
            <a:off x="1010869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74" name="Shape 140"/>
          <p:cNvSpPr/>
          <p:nvPr/>
        </p:nvSpPr>
        <p:spPr>
          <a:xfrm>
            <a:off x="1031443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75" name="Shape 141"/>
          <p:cNvSpPr/>
          <p:nvPr/>
        </p:nvSpPr>
        <p:spPr>
          <a:xfrm>
            <a:off x="1052017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76" name="Shape 142"/>
          <p:cNvSpPr/>
          <p:nvPr/>
        </p:nvSpPr>
        <p:spPr>
          <a:xfrm>
            <a:off x="1072591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77" name="Text 143"/>
          <p:cNvSpPr txBox="1"/>
          <p:nvPr/>
        </p:nvSpPr>
        <p:spPr>
          <a:xfrm>
            <a:off x="9006840" y="5577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上原 夏紀 様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3" name="Shape 1"/>
          <p:cNvSpPr/>
          <p:nvPr/>
        </p:nvSpPr>
        <p:spPr>
          <a:xfrm>
            <a:off x="50292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5FA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612648"/>
            <a:ext cx="384048" cy="384048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7208" y="667512"/>
            <a:ext cx="219456" cy="21945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" y="57607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7" name="Shape 3"/>
          <p:cNvSpPr/>
          <p:nvPr/>
        </p:nvSpPr>
        <p:spPr>
          <a:xfrm>
            <a:off x="139903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160477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181051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201625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222199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02920" y="10515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橋村 ちゆき 様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324612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4" name="Shape 10"/>
          <p:cNvSpPr/>
          <p:nvPr/>
        </p:nvSpPr>
        <p:spPr>
          <a:xfrm>
            <a:off x="333756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5FA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612648"/>
            <a:ext cx="384048" cy="384048"/>
          </a:xfrm>
          <a:prstGeom prst="rect">
            <a:avLst/>
          </a:prstGeom>
        </p:spPr>
      </p:pic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1848" y="667512"/>
            <a:ext cx="219456" cy="21945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3337560" y="57607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423367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43941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64515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85089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505663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3337560" y="10515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森口 小春 様</a:t>
            </a:r>
            <a:endParaRPr lang="en-US" sz="2200" dirty="0"/>
          </a:p>
        </p:txBody>
      </p:sp>
      <p:sp>
        <p:nvSpPr>
          <p:cNvPr id="24" name="Shape 18"/>
          <p:cNvSpPr/>
          <p:nvPr/>
        </p:nvSpPr>
        <p:spPr>
          <a:xfrm>
            <a:off x="608076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25" name="Shape 19"/>
          <p:cNvSpPr/>
          <p:nvPr/>
        </p:nvSpPr>
        <p:spPr>
          <a:xfrm>
            <a:off x="617220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5FA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0216" y="612648"/>
            <a:ext cx="384048" cy="384048"/>
          </a:xfrm>
          <a:prstGeom prst="rect">
            <a:avLst/>
          </a:prstGeom>
        </p:spPr>
      </p:pic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6488" y="667512"/>
            <a:ext cx="219456" cy="219456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6172200" y="57607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706831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727405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747979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768553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789127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6172200" y="10515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渕上 綾香 様</a:t>
            </a:r>
            <a:endParaRPr lang="en-US" sz="2200" dirty="0"/>
          </a:p>
        </p:txBody>
      </p:sp>
      <p:sp>
        <p:nvSpPr>
          <p:cNvPr id="35" name="Shape 27"/>
          <p:cNvSpPr/>
          <p:nvPr/>
        </p:nvSpPr>
        <p:spPr>
          <a:xfrm>
            <a:off x="891540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36" name="Shape 28"/>
          <p:cNvSpPr/>
          <p:nvPr/>
        </p:nvSpPr>
        <p:spPr>
          <a:xfrm>
            <a:off x="900684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5FA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34856" y="612648"/>
            <a:ext cx="384048" cy="384048"/>
          </a:xfrm>
          <a:prstGeom prst="rect">
            <a:avLst/>
          </a:prstGeom>
        </p:spPr>
      </p:pic>
      <p:pic>
        <p:nvPicPr>
          <p:cNvPr id="3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311128" y="667512"/>
            <a:ext cx="219456" cy="219456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9006840" y="57607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40" name="Shape 30"/>
          <p:cNvSpPr/>
          <p:nvPr/>
        </p:nvSpPr>
        <p:spPr>
          <a:xfrm>
            <a:off x="990295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41" name="Shape 31"/>
          <p:cNvSpPr/>
          <p:nvPr/>
        </p:nvSpPr>
        <p:spPr>
          <a:xfrm>
            <a:off x="1010869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42" name="Shape 32"/>
          <p:cNvSpPr/>
          <p:nvPr/>
        </p:nvSpPr>
        <p:spPr>
          <a:xfrm>
            <a:off x="1031443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43" name="Shape 33"/>
          <p:cNvSpPr/>
          <p:nvPr/>
        </p:nvSpPr>
        <p:spPr>
          <a:xfrm>
            <a:off x="1052017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44" name="Shape 34"/>
          <p:cNvSpPr/>
          <p:nvPr/>
        </p:nvSpPr>
        <p:spPr>
          <a:xfrm>
            <a:off x="1072591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45" name="Text 35"/>
          <p:cNvSpPr txBox="1"/>
          <p:nvPr/>
        </p:nvSpPr>
        <p:spPr>
          <a:xfrm>
            <a:off x="9006840" y="10515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岩井 玲香 様</a:t>
            </a:r>
            <a:endParaRPr lang="en-US" sz="2200" dirty="0"/>
          </a:p>
        </p:txBody>
      </p:sp>
      <p:sp>
        <p:nvSpPr>
          <p:cNvPr id="46" name="Shape 36"/>
          <p:cNvSpPr/>
          <p:nvPr/>
        </p:nvSpPr>
        <p:spPr>
          <a:xfrm>
            <a:off x="41148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47" name="Shape 37"/>
          <p:cNvSpPr/>
          <p:nvPr/>
        </p:nvSpPr>
        <p:spPr>
          <a:xfrm>
            <a:off x="50292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5FA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4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2121408"/>
            <a:ext cx="384048" cy="384048"/>
          </a:xfrm>
          <a:prstGeom prst="rect">
            <a:avLst/>
          </a:prstGeom>
        </p:spPr>
      </p:pic>
      <p:pic>
        <p:nvPicPr>
          <p:cNvPr id="4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07208" y="2176272"/>
            <a:ext cx="219456" cy="219456"/>
          </a:xfrm>
          <a:prstGeom prst="rect">
            <a:avLst/>
          </a:prstGeom>
        </p:spPr>
      </p:pic>
      <p:sp>
        <p:nvSpPr>
          <p:cNvPr id="50" name="Text 38"/>
          <p:cNvSpPr txBox="1"/>
          <p:nvPr/>
        </p:nvSpPr>
        <p:spPr>
          <a:xfrm>
            <a:off x="502920" y="208483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51" name="Shape 39"/>
          <p:cNvSpPr/>
          <p:nvPr/>
        </p:nvSpPr>
        <p:spPr>
          <a:xfrm>
            <a:off x="139903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52" name="Shape 40"/>
          <p:cNvSpPr/>
          <p:nvPr/>
        </p:nvSpPr>
        <p:spPr>
          <a:xfrm>
            <a:off x="160477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53" name="Shape 41"/>
          <p:cNvSpPr/>
          <p:nvPr/>
        </p:nvSpPr>
        <p:spPr>
          <a:xfrm>
            <a:off x="181051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54" name="Shape 42"/>
          <p:cNvSpPr/>
          <p:nvPr/>
        </p:nvSpPr>
        <p:spPr>
          <a:xfrm>
            <a:off x="201625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55" name="Shape 43"/>
          <p:cNvSpPr/>
          <p:nvPr/>
        </p:nvSpPr>
        <p:spPr>
          <a:xfrm>
            <a:off x="222199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56" name="Text 44"/>
          <p:cNvSpPr txBox="1"/>
          <p:nvPr/>
        </p:nvSpPr>
        <p:spPr>
          <a:xfrm>
            <a:off x="502920" y="2560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田中 真梨愛 様</a:t>
            </a:r>
            <a:endParaRPr lang="en-US" sz="2200" dirty="0"/>
          </a:p>
        </p:txBody>
      </p:sp>
      <p:sp>
        <p:nvSpPr>
          <p:cNvPr id="57" name="Shape 45"/>
          <p:cNvSpPr/>
          <p:nvPr/>
        </p:nvSpPr>
        <p:spPr>
          <a:xfrm>
            <a:off x="324612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58" name="Shape 46"/>
          <p:cNvSpPr/>
          <p:nvPr/>
        </p:nvSpPr>
        <p:spPr>
          <a:xfrm>
            <a:off x="333756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5FA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5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65576" y="2121408"/>
            <a:ext cx="384048" cy="384048"/>
          </a:xfrm>
          <a:prstGeom prst="rect">
            <a:avLst/>
          </a:prstGeom>
        </p:spPr>
      </p:pic>
      <p:pic>
        <p:nvPicPr>
          <p:cNvPr id="6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41848" y="2176272"/>
            <a:ext cx="219456" cy="219456"/>
          </a:xfrm>
          <a:prstGeom prst="rect">
            <a:avLst/>
          </a:prstGeom>
        </p:spPr>
      </p:pic>
      <p:sp>
        <p:nvSpPr>
          <p:cNvPr id="61" name="Text 47"/>
          <p:cNvSpPr txBox="1"/>
          <p:nvPr/>
        </p:nvSpPr>
        <p:spPr>
          <a:xfrm>
            <a:off x="3337560" y="208483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62" name="Shape 48"/>
          <p:cNvSpPr/>
          <p:nvPr/>
        </p:nvSpPr>
        <p:spPr>
          <a:xfrm>
            <a:off x="423367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63" name="Shape 49"/>
          <p:cNvSpPr/>
          <p:nvPr/>
        </p:nvSpPr>
        <p:spPr>
          <a:xfrm>
            <a:off x="443941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64" name="Shape 50"/>
          <p:cNvSpPr/>
          <p:nvPr/>
        </p:nvSpPr>
        <p:spPr>
          <a:xfrm>
            <a:off x="464515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65" name="Shape 51"/>
          <p:cNvSpPr/>
          <p:nvPr/>
        </p:nvSpPr>
        <p:spPr>
          <a:xfrm>
            <a:off x="485089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66" name="Shape 52"/>
          <p:cNvSpPr/>
          <p:nvPr/>
        </p:nvSpPr>
        <p:spPr>
          <a:xfrm>
            <a:off x="505663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67" name="Text 53"/>
          <p:cNvSpPr txBox="1"/>
          <p:nvPr/>
        </p:nvSpPr>
        <p:spPr>
          <a:xfrm>
            <a:off x="3337560" y="2560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野津 佳音 様</a:t>
            </a:r>
            <a:endParaRPr lang="en-US" sz="2200" dirty="0"/>
          </a:p>
        </p:txBody>
      </p:sp>
      <p:sp>
        <p:nvSpPr>
          <p:cNvPr id="68" name="Shape 54"/>
          <p:cNvSpPr/>
          <p:nvPr/>
        </p:nvSpPr>
        <p:spPr>
          <a:xfrm>
            <a:off x="608076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69" name="Shape 55"/>
          <p:cNvSpPr/>
          <p:nvPr/>
        </p:nvSpPr>
        <p:spPr>
          <a:xfrm>
            <a:off x="617220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5FA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70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00216" y="2121408"/>
            <a:ext cx="384048" cy="384048"/>
          </a:xfrm>
          <a:prstGeom prst="rect">
            <a:avLst/>
          </a:prstGeom>
        </p:spPr>
      </p:pic>
      <p:pic>
        <p:nvPicPr>
          <p:cNvPr id="7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476488" y="2176272"/>
            <a:ext cx="219456" cy="219456"/>
          </a:xfrm>
          <a:prstGeom prst="rect">
            <a:avLst/>
          </a:prstGeom>
        </p:spPr>
      </p:pic>
      <p:sp>
        <p:nvSpPr>
          <p:cNvPr id="72" name="Text 56"/>
          <p:cNvSpPr txBox="1"/>
          <p:nvPr/>
        </p:nvSpPr>
        <p:spPr>
          <a:xfrm>
            <a:off x="6172200" y="208483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73" name="Shape 57"/>
          <p:cNvSpPr/>
          <p:nvPr/>
        </p:nvSpPr>
        <p:spPr>
          <a:xfrm>
            <a:off x="706831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74" name="Shape 58"/>
          <p:cNvSpPr/>
          <p:nvPr/>
        </p:nvSpPr>
        <p:spPr>
          <a:xfrm>
            <a:off x="727405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75" name="Shape 59"/>
          <p:cNvSpPr/>
          <p:nvPr/>
        </p:nvSpPr>
        <p:spPr>
          <a:xfrm>
            <a:off x="747979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76" name="Shape 60"/>
          <p:cNvSpPr/>
          <p:nvPr/>
        </p:nvSpPr>
        <p:spPr>
          <a:xfrm>
            <a:off x="768553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77" name="Shape 61"/>
          <p:cNvSpPr/>
          <p:nvPr/>
        </p:nvSpPr>
        <p:spPr>
          <a:xfrm>
            <a:off x="789127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78" name="Text 62"/>
          <p:cNvSpPr txBox="1"/>
          <p:nvPr/>
        </p:nvSpPr>
        <p:spPr>
          <a:xfrm>
            <a:off x="6172200" y="2560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城戸 唯 様</a:t>
            </a:r>
            <a:endParaRPr lang="en-US" sz="2200" dirty="0"/>
          </a:p>
        </p:txBody>
      </p:sp>
      <p:sp>
        <p:nvSpPr>
          <p:cNvPr id="79" name="Shape 63"/>
          <p:cNvSpPr/>
          <p:nvPr/>
        </p:nvSpPr>
        <p:spPr>
          <a:xfrm>
            <a:off x="891540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80" name="Shape 64"/>
          <p:cNvSpPr/>
          <p:nvPr/>
        </p:nvSpPr>
        <p:spPr>
          <a:xfrm>
            <a:off x="900684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5FA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81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34856" y="2121408"/>
            <a:ext cx="384048" cy="384048"/>
          </a:xfrm>
          <a:prstGeom prst="rect">
            <a:avLst/>
          </a:prstGeom>
        </p:spPr>
      </p:pic>
      <p:pic>
        <p:nvPicPr>
          <p:cNvPr id="82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311128" y="2176272"/>
            <a:ext cx="219456" cy="219456"/>
          </a:xfrm>
          <a:prstGeom prst="rect">
            <a:avLst/>
          </a:prstGeom>
        </p:spPr>
      </p:pic>
      <p:sp>
        <p:nvSpPr>
          <p:cNvPr id="83" name="Text 65"/>
          <p:cNvSpPr txBox="1"/>
          <p:nvPr/>
        </p:nvSpPr>
        <p:spPr>
          <a:xfrm>
            <a:off x="9006840" y="208483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84" name="Shape 66"/>
          <p:cNvSpPr/>
          <p:nvPr/>
        </p:nvSpPr>
        <p:spPr>
          <a:xfrm>
            <a:off x="990295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85" name="Shape 67"/>
          <p:cNvSpPr/>
          <p:nvPr/>
        </p:nvSpPr>
        <p:spPr>
          <a:xfrm>
            <a:off x="1010869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86" name="Shape 68"/>
          <p:cNvSpPr/>
          <p:nvPr/>
        </p:nvSpPr>
        <p:spPr>
          <a:xfrm>
            <a:off x="1031443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87" name="Shape 69"/>
          <p:cNvSpPr/>
          <p:nvPr/>
        </p:nvSpPr>
        <p:spPr>
          <a:xfrm>
            <a:off x="1052017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88" name="Shape 70"/>
          <p:cNvSpPr/>
          <p:nvPr/>
        </p:nvSpPr>
        <p:spPr>
          <a:xfrm>
            <a:off x="10725912" y="313639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89" name="Text 71"/>
          <p:cNvSpPr txBox="1"/>
          <p:nvPr/>
        </p:nvSpPr>
        <p:spPr>
          <a:xfrm>
            <a:off x="9006840" y="2560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田中 肖 様</a:t>
            </a:r>
            <a:endParaRPr lang="en-US" sz="2200" dirty="0"/>
          </a:p>
        </p:txBody>
      </p:sp>
      <p:sp>
        <p:nvSpPr>
          <p:cNvPr id="90" name="Shape 72"/>
          <p:cNvSpPr/>
          <p:nvPr/>
        </p:nvSpPr>
        <p:spPr>
          <a:xfrm>
            <a:off x="41148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91" name="Shape 73"/>
          <p:cNvSpPr/>
          <p:nvPr/>
        </p:nvSpPr>
        <p:spPr>
          <a:xfrm>
            <a:off x="50292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5FA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92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0936" y="3630168"/>
            <a:ext cx="384048" cy="384048"/>
          </a:xfrm>
          <a:prstGeom prst="rect">
            <a:avLst/>
          </a:prstGeom>
        </p:spPr>
      </p:pic>
      <p:pic>
        <p:nvPicPr>
          <p:cNvPr id="9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807208" y="3685032"/>
            <a:ext cx="219456" cy="219456"/>
          </a:xfrm>
          <a:prstGeom prst="rect">
            <a:avLst/>
          </a:prstGeom>
        </p:spPr>
      </p:pic>
      <p:sp>
        <p:nvSpPr>
          <p:cNvPr id="94" name="Text 74"/>
          <p:cNvSpPr txBox="1"/>
          <p:nvPr/>
        </p:nvSpPr>
        <p:spPr>
          <a:xfrm>
            <a:off x="502920" y="359359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95" name="Shape 75"/>
          <p:cNvSpPr/>
          <p:nvPr/>
        </p:nvSpPr>
        <p:spPr>
          <a:xfrm>
            <a:off x="139903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96" name="Shape 76"/>
          <p:cNvSpPr/>
          <p:nvPr/>
        </p:nvSpPr>
        <p:spPr>
          <a:xfrm>
            <a:off x="160477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97" name="Shape 77"/>
          <p:cNvSpPr/>
          <p:nvPr/>
        </p:nvSpPr>
        <p:spPr>
          <a:xfrm>
            <a:off x="181051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98" name="Shape 78"/>
          <p:cNvSpPr/>
          <p:nvPr/>
        </p:nvSpPr>
        <p:spPr>
          <a:xfrm>
            <a:off x="201625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99" name="Shape 79"/>
          <p:cNvSpPr/>
          <p:nvPr/>
        </p:nvSpPr>
        <p:spPr>
          <a:xfrm>
            <a:off x="222199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00" name="Text 80"/>
          <p:cNvSpPr txBox="1"/>
          <p:nvPr/>
        </p:nvSpPr>
        <p:spPr>
          <a:xfrm>
            <a:off x="502920" y="40690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越澤 緑咲 様</a:t>
            </a:r>
            <a:endParaRPr lang="en-US" sz="2200" dirty="0"/>
          </a:p>
        </p:txBody>
      </p:sp>
      <p:sp>
        <p:nvSpPr>
          <p:cNvPr id="101" name="Shape 81"/>
          <p:cNvSpPr/>
          <p:nvPr/>
        </p:nvSpPr>
        <p:spPr>
          <a:xfrm>
            <a:off x="324612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02" name="Shape 82"/>
          <p:cNvSpPr/>
          <p:nvPr/>
        </p:nvSpPr>
        <p:spPr>
          <a:xfrm>
            <a:off x="333756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5FA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103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465576" y="3630168"/>
            <a:ext cx="384048" cy="384048"/>
          </a:xfrm>
          <a:prstGeom prst="rect">
            <a:avLst/>
          </a:prstGeom>
        </p:spPr>
      </p:pic>
      <p:pic>
        <p:nvPicPr>
          <p:cNvPr id="104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641848" y="3685032"/>
            <a:ext cx="219456" cy="219456"/>
          </a:xfrm>
          <a:prstGeom prst="rect">
            <a:avLst/>
          </a:prstGeom>
        </p:spPr>
      </p:pic>
      <p:sp>
        <p:nvSpPr>
          <p:cNvPr id="105" name="Text 83"/>
          <p:cNvSpPr txBox="1"/>
          <p:nvPr/>
        </p:nvSpPr>
        <p:spPr>
          <a:xfrm>
            <a:off x="3337560" y="359359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106" name="Shape 84"/>
          <p:cNvSpPr/>
          <p:nvPr/>
        </p:nvSpPr>
        <p:spPr>
          <a:xfrm>
            <a:off x="423367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07" name="Shape 85"/>
          <p:cNvSpPr/>
          <p:nvPr/>
        </p:nvSpPr>
        <p:spPr>
          <a:xfrm>
            <a:off x="443941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08" name="Shape 86"/>
          <p:cNvSpPr/>
          <p:nvPr/>
        </p:nvSpPr>
        <p:spPr>
          <a:xfrm>
            <a:off x="464515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09" name="Shape 87"/>
          <p:cNvSpPr/>
          <p:nvPr/>
        </p:nvSpPr>
        <p:spPr>
          <a:xfrm>
            <a:off x="485089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10" name="Shape 88"/>
          <p:cNvSpPr/>
          <p:nvPr/>
        </p:nvSpPr>
        <p:spPr>
          <a:xfrm>
            <a:off x="505663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11" name="Text 89"/>
          <p:cNvSpPr txBox="1"/>
          <p:nvPr/>
        </p:nvSpPr>
        <p:spPr>
          <a:xfrm>
            <a:off x="3337560" y="40690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佐藤 嘉剛 様</a:t>
            </a:r>
            <a:endParaRPr lang="en-US" sz="2200" dirty="0"/>
          </a:p>
        </p:txBody>
      </p:sp>
      <p:sp>
        <p:nvSpPr>
          <p:cNvPr id="112" name="Shape 90"/>
          <p:cNvSpPr/>
          <p:nvPr/>
        </p:nvSpPr>
        <p:spPr>
          <a:xfrm>
            <a:off x="608076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13" name="Shape 91"/>
          <p:cNvSpPr/>
          <p:nvPr/>
        </p:nvSpPr>
        <p:spPr>
          <a:xfrm>
            <a:off x="617220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5FA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114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300216" y="3630168"/>
            <a:ext cx="384048" cy="384048"/>
          </a:xfrm>
          <a:prstGeom prst="rect">
            <a:avLst/>
          </a:prstGeom>
        </p:spPr>
      </p:pic>
      <p:pic>
        <p:nvPicPr>
          <p:cNvPr id="115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476488" y="3685032"/>
            <a:ext cx="219456" cy="219456"/>
          </a:xfrm>
          <a:prstGeom prst="rect">
            <a:avLst/>
          </a:prstGeom>
        </p:spPr>
      </p:pic>
      <p:sp>
        <p:nvSpPr>
          <p:cNvPr id="116" name="Text 92"/>
          <p:cNvSpPr txBox="1"/>
          <p:nvPr/>
        </p:nvSpPr>
        <p:spPr>
          <a:xfrm>
            <a:off x="6172200" y="359359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117" name="Shape 93"/>
          <p:cNvSpPr/>
          <p:nvPr/>
        </p:nvSpPr>
        <p:spPr>
          <a:xfrm>
            <a:off x="706831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18" name="Shape 94"/>
          <p:cNvSpPr/>
          <p:nvPr/>
        </p:nvSpPr>
        <p:spPr>
          <a:xfrm>
            <a:off x="727405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19" name="Shape 95"/>
          <p:cNvSpPr/>
          <p:nvPr/>
        </p:nvSpPr>
        <p:spPr>
          <a:xfrm>
            <a:off x="747979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20" name="Shape 96"/>
          <p:cNvSpPr/>
          <p:nvPr/>
        </p:nvSpPr>
        <p:spPr>
          <a:xfrm>
            <a:off x="768553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21" name="Shape 97"/>
          <p:cNvSpPr/>
          <p:nvPr/>
        </p:nvSpPr>
        <p:spPr>
          <a:xfrm>
            <a:off x="789127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22" name="Text 98"/>
          <p:cNvSpPr txBox="1"/>
          <p:nvPr/>
        </p:nvSpPr>
        <p:spPr>
          <a:xfrm>
            <a:off x="6172200" y="40690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佐藤 領祐 様</a:t>
            </a:r>
            <a:endParaRPr lang="en-US" sz="2200" dirty="0"/>
          </a:p>
        </p:txBody>
      </p:sp>
      <p:sp>
        <p:nvSpPr>
          <p:cNvPr id="123" name="Shape 99"/>
          <p:cNvSpPr/>
          <p:nvPr/>
        </p:nvSpPr>
        <p:spPr>
          <a:xfrm>
            <a:off x="891540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24" name="Shape 100"/>
          <p:cNvSpPr/>
          <p:nvPr/>
        </p:nvSpPr>
        <p:spPr>
          <a:xfrm>
            <a:off x="900684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5FA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125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134856" y="3630168"/>
            <a:ext cx="384048" cy="384048"/>
          </a:xfrm>
          <a:prstGeom prst="rect">
            <a:avLst/>
          </a:prstGeom>
        </p:spPr>
      </p:pic>
      <p:pic>
        <p:nvPicPr>
          <p:cNvPr id="126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1311128" y="3685032"/>
            <a:ext cx="219456" cy="219456"/>
          </a:xfrm>
          <a:prstGeom prst="rect">
            <a:avLst/>
          </a:prstGeom>
        </p:spPr>
      </p:pic>
      <p:sp>
        <p:nvSpPr>
          <p:cNvPr id="127" name="Text 101"/>
          <p:cNvSpPr txBox="1"/>
          <p:nvPr/>
        </p:nvSpPr>
        <p:spPr>
          <a:xfrm>
            <a:off x="9006840" y="359359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128" name="Shape 102"/>
          <p:cNvSpPr/>
          <p:nvPr/>
        </p:nvSpPr>
        <p:spPr>
          <a:xfrm>
            <a:off x="990295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29" name="Shape 103"/>
          <p:cNvSpPr/>
          <p:nvPr/>
        </p:nvSpPr>
        <p:spPr>
          <a:xfrm>
            <a:off x="1010869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30" name="Shape 104"/>
          <p:cNvSpPr/>
          <p:nvPr/>
        </p:nvSpPr>
        <p:spPr>
          <a:xfrm>
            <a:off x="1031443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31" name="Shape 105"/>
          <p:cNvSpPr/>
          <p:nvPr/>
        </p:nvSpPr>
        <p:spPr>
          <a:xfrm>
            <a:off x="1052017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32" name="Shape 106"/>
          <p:cNvSpPr/>
          <p:nvPr/>
        </p:nvSpPr>
        <p:spPr>
          <a:xfrm>
            <a:off x="10725912" y="464515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33" name="Text 107"/>
          <p:cNvSpPr txBox="1"/>
          <p:nvPr/>
        </p:nvSpPr>
        <p:spPr>
          <a:xfrm>
            <a:off x="9006840" y="40690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辻林 みゆ希 様</a:t>
            </a:r>
            <a:endParaRPr lang="en-US" sz="2200" dirty="0"/>
          </a:p>
        </p:txBody>
      </p:sp>
      <p:sp>
        <p:nvSpPr>
          <p:cNvPr id="134" name="Shape 108"/>
          <p:cNvSpPr/>
          <p:nvPr/>
        </p:nvSpPr>
        <p:spPr>
          <a:xfrm>
            <a:off x="41148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35" name="Shape 109"/>
          <p:cNvSpPr/>
          <p:nvPr/>
        </p:nvSpPr>
        <p:spPr>
          <a:xfrm>
            <a:off x="50292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5FA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136" name="Image 24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30936" y="5138928"/>
            <a:ext cx="384048" cy="384048"/>
          </a:xfrm>
          <a:prstGeom prst="rect">
            <a:avLst/>
          </a:prstGeom>
        </p:spPr>
      </p:pic>
      <p:pic>
        <p:nvPicPr>
          <p:cNvPr id="137" name="Image 25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807208" y="5193792"/>
            <a:ext cx="219456" cy="219456"/>
          </a:xfrm>
          <a:prstGeom prst="rect">
            <a:avLst/>
          </a:prstGeom>
        </p:spPr>
      </p:pic>
      <p:sp>
        <p:nvSpPr>
          <p:cNvPr id="138" name="Text 110"/>
          <p:cNvSpPr txBox="1"/>
          <p:nvPr/>
        </p:nvSpPr>
        <p:spPr>
          <a:xfrm>
            <a:off x="502920" y="510235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139" name="Shape 111"/>
          <p:cNvSpPr/>
          <p:nvPr/>
        </p:nvSpPr>
        <p:spPr>
          <a:xfrm>
            <a:off x="139903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40" name="Shape 112"/>
          <p:cNvSpPr/>
          <p:nvPr/>
        </p:nvSpPr>
        <p:spPr>
          <a:xfrm>
            <a:off x="160477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41" name="Shape 113"/>
          <p:cNvSpPr/>
          <p:nvPr/>
        </p:nvSpPr>
        <p:spPr>
          <a:xfrm>
            <a:off x="181051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42" name="Shape 114"/>
          <p:cNvSpPr/>
          <p:nvPr/>
        </p:nvSpPr>
        <p:spPr>
          <a:xfrm>
            <a:off x="201625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43" name="Shape 115"/>
          <p:cNvSpPr/>
          <p:nvPr/>
        </p:nvSpPr>
        <p:spPr>
          <a:xfrm>
            <a:off x="222199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44" name="Text 116"/>
          <p:cNvSpPr txBox="1"/>
          <p:nvPr/>
        </p:nvSpPr>
        <p:spPr>
          <a:xfrm>
            <a:off x="502920" y="5577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門岡 綾希子 様</a:t>
            </a:r>
            <a:endParaRPr lang="en-US" sz="2200" dirty="0"/>
          </a:p>
        </p:txBody>
      </p:sp>
      <p:sp>
        <p:nvSpPr>
          <p:cNvPr id="145" name="Shape 117"/>
          <p:cNvSpPr/>
          <p:nvPr/>
        </p:nvSpPr>
        <p:spPr>
          <a:xfrm>
            <a:off x="324612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46" name="Shape 118"/>
          <p:cNvSpPr/>
          <p:nvPr/>
        </p:nvSpPr>
        <p:spPr>
          <a:xfrm>
            <a:off x="333756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5FA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147" name="Image 26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465576" y="5138928"/>
            <a:ext cx="384048" cy="384048"/>
          </a:xfrm>
          <a:prstGeom prst="rect">
            <a:avLst/>
          </a:prstGeom>
        </p:spPr>
      </p:pic>
      <p:pic>
        <p:nvPicPr>
          <p:cNvPr id="148" name="Image 27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641848" y="5193792"/>
            <a:ext cx="219456" cy="219456"/>
          </a:xfrm>
          <a:prstGeom prst="rect">
            <a:avLst/>
          </a:prstGeom>
        </p:spPr>
      </p:pic>
      <p:sp>
        <p:nvSpPr>
          <p:cNvPr id="149" name="Text 119"/>
          <p:cNvSpPr txBox="1"/>
          <p:nvPr/>
        </p:nvSpPr>
        <p:spPr>
          <a:xfrm>
            <a:off x="3337560" y="510235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150" name="Shape 120"/>
          <p:cNvSpPr/>
          <p:nvPr/>
        </p:nvSpPr>
        <p:spPr>
          <a:xfrm>
            <a:off x="423367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51" name="Shape 121"/>
          <p:cNvSpPr/>
          <p:nvPr/>
        </p:nvSpPr>
        <p:spPr>
          <a:xfrm>
            <a:off x="443941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52" name="Shape 122"/>
          <p:cNvSpPr/>
          <p:nvPr/>
        </p:nvSpPr>
        <p:spPr>
          <a:xfrm>
            <a:off x="464515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53" name="Shape 123"/>
          <p:cNvSpPr/>
          <p:nvPr/>
        </p:nvSpPr>
        <p:spPr>
          <a:xfrm>
            <a:off x="485089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54" name="Shape 124"/>
          <p:cNvSpPr/>
          <p:nvPr/>
        </p:nvSpPr>
        <p:spPr>
          <a:xfrm>
            <a:off x="505663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55" name="Text 125"/>
          <p:cNvSpPr txBox="1"/>
          <p:nvPr/>
        </p:nvSpPr>
        <p:spPr>
          <a:xfrm>
            <a:off x="3337560" y="5577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佐藤 公美子 様</a:t>
            </a:r>
            <a:endParaRPr lang="en-US" sz="2200" dirty="0"/>
          </a:p>
        </p:txBody>
      </p:sp>
      <p:sp>
        <p:nvSpPr>
          <p:cNvPr id="156" name="Shape 126"/>
          <p:cNvSpPr/>
          <p:nvPr/>
        </p:nvSpPr>
        <p:spPr>
          <a:xfrm>
            <a:off x="608076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57" name="Shape 127"/>
          <p:cNvSpPr/>
          <p:nvPr/>
        </p:nvSpPr>
        <p:spPr>
          <a:xfrm>
            <a:off x="617220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5FA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158" name="Image 28" descr="preencoded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6300216" y="5138928"/>
            <a:ext cx="384048" cy="384048"/>
          </a:xfrm>
          <a:prstGeom prst="rect">
            <a:avLst/>
          </a:prstGeom>
        </p:spPr>
      </p:pic>
      <p:pic>
        <p:nvPicPr>
          <p:cNvPr id="159" name="Image 29" descr="preencoded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476488" y="5193792"/>
            <a:ext cx="219456" cy="219456"/>
          </a:xfrm>
          <a:prstGeom prst="rect">
            <a:avLst/>
          </a:prstGeom>
        </p:spPr>
      </p:pic>
      <p:sp>
        <p:nvSpPr>
          <p:cNvPr id="160" name="Text 128"/>
          <p:cNvSpPr txBox="1"/>
          <p:nvPr/>
        </p:nvSpPr>
        <p:spPr>
          <a:xfrm>
            <a:off x="6172200" y="510235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161" name="Shape 129"/>
          <p:cNvSpPr/>
          <p:nvPr/>
        </p:nvSpPr>
        <p:spPr>
          <a:xfrm>
            <a:off x="706831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62" name="Shape 130"/>
          <p:cNvSpPr/>
          <p:nvPr/>
        </p:nvSpPr>
        <p:spPr>
          <a:xfrm>
            <a:off x="727405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63" name="Shape 131"/>
          <p:cNvSpPr/>
          <p:nvPr/>
        </p:nvSpPr>
        <p:spPr>
          <a:xfrm>
            <a:off x="747979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64" name="Shape 132"/>
          <p:cNvSpPr/>
          <p:nvPr/>
        </p:nvSpPr>
        <p:spPr>
          <a:xfrm>
            <a:off x="768553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65" name="Shape 133"/>
          <p:cNvSpPr/>
          <p:nvPr/>
        </p:nvSpPr>
        <p:spPr>
          <a:xfrm>
            <a:off x="789127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66" name="Text 134"/>
          <p:cNvSpPr txBox="1"/>
          <p:nvPr/>
        </p:nvSpPr>
        <p:spPr>
          <a:xfrm>
            <a:off x="6172200" y="5577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濱本 泰延 様</a:t>
            </a:r>
            <a:endParaRPr lang="en-US" sz="2200" dirty="0"/>
          </a:p>
        </p:txBody>
      </p:sp>
      <p:sp>
        <p:nvSpPr>
          <p:cNvPr id="167" name="Shape 135"/>
          <p:cNvSpPr/>
          <p:nvPr/>
        </p:nvSpPr>
        <p:spPr>
          <a:xfrm>
            <a:off x="891540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68" name="Shape 136"/>
          <p:cNvSpPr/>
          <p:nvPr/>
        </p:nvSpPr>
        <p:spPr>
          <a:xfrm>
            <a:off x="900684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5FA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169" name="Image 30" descr="preencoded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9134856" y="5138928"/>
            <a:ext cx="384048" cy="384048"/>
          </a:xfrm>
          <a:prstGeom prst="rect">
            <a:avLst/>
          </a:prstGeom>
        </p:spPr>
      </p:pic>
      <p:pic>
        <p:nvPicPr>
          <p:cNvPr id="170" name="Image 31" descr="preencoded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1311128" y="5193792"/>
            <a:ext cx="219456" cy="219456"/>
          </a:xfrm>
          <a:prstGeom prst="rect">
            <a:avLst/>
          </a:prstGeom>
        </p:spPr>
      </p:pic>
      <p:sp>
        <p:nvSpPr>
          <p:cNvPr id="171" name="Text 137"/>
          <p:cNvSpPr txBox="1"/>
          <p:nvPr/>
        </p:nvSpPr>
        <p:spPr>
          <a:xfrm>
            <a:off x="9006840" y="510235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172" name="Shape 138"/>
          <p:cNvSpPr/>
          <p:nvPr/>
        </p:nvSpPr>
        <p:spPr>
          <a:xfrm>
            <a:off x="990295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73" name="Shape 139"/>
          <p:cNvSpPr/>
          <p:nvPr/>
        </p:nvSpPr>
        <p:spPr>
          <a:xfrm>
            <a:off x="1010869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74" name="Shape 140"/>
          <p:cNvSpPr/>
          <p:nvPr/>
        </p:nvSpPr>
        <p:spPr>
          <a:xfrm>
            <a:off x="1031443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75" name="Shape 141"/>
          <p:cNvSpPr/>
          <p:nvPr/>
        </p:nvSpPr>
        <p:spPr>
          <a:xfrm>
            <a:off x="1052017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76" name="Shape 142"/>
          <p:cNvSpPr/>
          <p:nvPr/>
        </p:nvSpPr>
        <p:spPr>
          <a:xfrm>
            <a:off x="10725912" y="615391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77" name="Text 143"/>
          <p:cNvSpPr txBox="1"/>
          <p:nvPr/>
        </p:nvSpPr>
        <p:spPr>
          <a:xfrm>
            <a:off x="9006840" y="5577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濱本 俊宏 様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3" name="Shape 1"/>
          <p:cNvSpPr/>
          <p:nvPr/>
        </p:nvSpPr>
        <p:spPr>
          <a:xfrm>
            <a:off x="50292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5FA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612648"/>
            <a:ext cx="384048" cy="384048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7208" y="667512"/>
            <a:ext cx="219456" cy="21945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" y="57607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7" name="Shape 3"/>
          <p:cNvSpPr/>
          <p:nvPr/>
        </p:nvSpPr>
        <p:spPr>
          <a:xfrm>
            <a:off x="139903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160477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181051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201625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222199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02920" y="10515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濱岡 知子 様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324612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4" name="Shape 10"/>
          <p:cNvSpPr/>
          <p:nvPr/>
        </p:nvSpPr>
        <p:spPr>
          <a:xfrm>
            <a:off x="333756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5FA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612648"/>
            <a:ext cx="384048" cy="384048"/>
          </a:xfrm>
          <a:prstGeom prst="rect">
            <a:avLst/>
          </a:prstGeom>
        </p:spPr>
      </p:pic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1848" y="667512"/>
            <a:ext cx="219456" cy="21945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3337560" y="57607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423367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43941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64515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85089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505663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3337560" y="10515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藤原 小矢佳 様</a:t>
            </a:r>
            <a:endParaRPr lang="en-US" sz="2200" dirty="0"/>
          </a:p>
        </p:txBody>
      </p:sp>
      <p:sp>
        <p:nvSpPr>
          <p:cNvPr id="24" name="Shape 18"/>
          <p:cNvSpPr/>
          <p:nvPr/>
        </p:nvSpPr>
        <p:spPr>
          <a:xfrm>
            <a:off x="608076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25" name="Shape 19"/>
          <p:cNvSpPr/>
          <p:nvPr/>
        </p:nvSpPr>
        <p:spPr>
          <a:xfrm>
            <a:off x="617220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5FA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0216" y="612648"/>
            <a:ext cx="384048" cy="384048"/>
          </a:xfrm>
          <a:prstGeom prst="rect">
            <a:avLst/>
          </a:prstGeom>
        </p:spPr>
      </p:pic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6488" y="667512"/>
            <a:ext cx="219456" cy="219456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6172200" y="57607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706831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727405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747979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768553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789127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6172200" y="10515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瀧井 万友美 様</a:t>
            </a:r>
            <a:endParaRPr lang="en-US" sz="2200" dirty="0"/>
          </a:p>
        </p:txBody>
      </p:sp>
      <p:sp>
        <p:nvSpPr>
          <p:cNvPr id="35" name="Shape 27"/>
          <p:cNvSpPr/>
          <p:nvPr/>
        </p:nvSpPr>
        <p:spPr>
          <a:xfrm>
            <a:off x="891540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36" name="Shape 28"/>
          <p:cNvSpPr/>
          <p:nvPr/>
        </p:nvSpPr>
        <p:spPr>
          <a:xfrm>
            <a:off x="900684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5FAFF"/>
          </a:solidFill>
          <a:ln w="19050">
            <a:solidFill>
              <a:srgbClr val="5A9BD8"/>
            </a:solidFill>
            <a:prstDash val="solid"/>
          </a:ln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34856" y="612648"/>
            <a:ext cx="384048" cy="384048"/>
          </a:xfrm>
          <a:prstGeom prst="rect">
            <a:avLst/>
          </a:prstGeom>
        </p:spPr>
      </p:pic>
      <p:pic>
        <p:nvPicPr>
          <p:cNvPr id="3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311128" y="667512"/>
            <a:ext cx="219456" cy="219456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9006840" y="57607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A8FB0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40" name="Shape 30"/>
          <p:cNvSpPr/>
          <p:nvPr/>
        </p:nvSpPr>
        <p:spPr>
          <a:xfrm>
            <a:off x="990295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41" name="Shape 31"/>
          <p:cNvSpPr/>
          <p:nvPr/>
        </p:nvSpPr>
        <p:spPr>
          <a:xfrm>
            <a:off x="1010869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42" name="Shape 32"/>
          <p:cNvSpPr/>
          <p:nvPr/>
        </p:nvSpPr>
        <p:spPr>
          <a:xfrm>
            <a:off x="1031443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43" name="Shape 33"/>
          <p:cNvSpPr/>
          <p:nvPr/>
        </p:nvSpPr>
        <p:spPr>
          <a:xfrm>
            <a:off x="1052017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44" name="Shape 34"/>
          <p:cNvSpPr/>
          <p:nvPr/>
        </p:nvSpPr>
        <p:spPr>
          <a:xfrm>
            <a:off x="10725912" y="1627632"/>
            <a:ext cx="36576" cy="36576"/>
          </a:xfrm>
          <a:prstGeom prst="ellipse">
            <a:avLst/>
          </a:prstGeom>
          <a:solidFill>
            <a:srgbClr val="8FB8DF"/>
          </a:solidFill>
          <a:ln w="12700">
            <a:solidFill>
              <a:srgbClr val="8FB8DF"/>
            </a:solidFill>
            <a:prstDash val="solid"/>
          </a:ln>
        </p:spPr>
      </p:sp>
      <p:sp>
        <p:nvSpPr>
          <p:cNvPr id="45" name="Text 35"/>
          <p:cNvSpPr txBox="1"/>
          <p:nvPr/>
        </p:nvSpPr>
        <p:spPr>
          <a:xfrm>
            <a:off x="9006840" y="10515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濱岡 香里 様</a:t>
            </a:r>
            <a:endParaRPr lang="en-US" sz="2200" dirty="0"/>
          </a:p>
        </p:txBody>
      </p:sp>
      <p:sp>
        <p:nvSpPr>
          <p:cNvPr id="46" name="Shape 36"/>
          <p:cNvSpPr/>
          <p:nvPr/>
        </p:nvSpPr>
        <p:spPr>
          <a:xfrm>
            <a:off x="41148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47" name="Shape 37"/>
          <p:cNvSpPr/>
          <p:nvPr/>
        </p:nvSpPr>
        <p:spPr>
          <a:xfrm>
            <a:off x="50292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FF5F8"/>
          </a:solidFill>
          <a:ln w="19050">
            <a:solidFill>
              <a:srgbClr val="D8879E"/>
            </a:solidFill>
            <a:prstDash val="solid"/>
          </a:ln>
        </p:spPr>
      </p:sp>
      <p:pic>
        <p:nvPicPr>
          <p:cNvPr id="4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2121408"/>
            <a:ext cx="384048" cy="384048"/>
          </a:xfrm>
          <a:prstGeom prst="rect">
            <a:avLst/>
          </a:prstGeom>
        </p:spPr>
      </p:pic>
      <p:pic>
        <p:nvPicPr>
          <p:cNvPr id="4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07208" y="2176272"/>
            <a:ext cx="219456" cy="219456"/>
          </a:xfrm>
          <a:prstGeom prst="rect">
            <a:avLst/>
          </a:prstGeom>
        </p:spPr>
      </p:pic>
      <p:sp>
        <p:nvSpPr>
          <p:cNvPr id="50" name="Text 38"/>
          <p:cNvSpPr txBox="1"/>
          <p:nvPr/>
        </p:nvSpPr>
        <p:spPr>
          <a:xfrm>
            <a:off x="502920" y="208483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5C74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51" name="Shape 39"/>
          <p:cNvSpPr/>
          <p:nvPr/>
        </p:nvSpPr>
        <p:spPr>
          <a:xfrm>
            <a:off x="139903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52" name="Shape 40"/>
          <p:cNvSpPr/>
          <p:nvPr/>
        </p:nvSpPr>
        <p:spPr>
          <a:xfrm>
            <a:off x="160477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53" name="Shape 41"/>
          <p:cNvSpPr/>
          <p:nvPr/>
        </p:nvSpPr>
        <p:spPr>
          <a:xfrm>
            <a:off x="181051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54" name="Shape 42"/>
          <p:cNvSpPr/>
          <p:nvPr/>
        </p:nvSpPr>
        <p:spPr>
          <a:xfrm>
            <a:off x="201625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55" name="Shape 43"/>
          <p:cNvSpPr/>
          <p:nvPr/>
        </p:nvSpPr>
        <p:spPr>
          <a:xfrm>
            <a:off x="222199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56" name="Text 44"/>
          <p:cNvSpPr txBox="1"/>
          <p:nvPr/>
        </p:nvSpPr>
        <p:spPr>
          <a:xfrm>
            <a:off x="502920" y="2560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河合 直樹 様</a:t>
            </a:r>
            <a:endParaRPr lang="en-US" sz="2200" dirty="0"/>
          </a:p>
        </p:txBody>
      </p:sp>
      <p:sp>
        <p:nvSpPr>
          <p:cNvPr id="57" name="Shape 45"/>
          <p:cNvSpPr/>
          <p:nvPr/>
        </p:nvSpPr>
        <p:spPr>
          <a:xfrm>
            <a:off x="324612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58" name="Shape 46"/>
          <p:cNvSpPr/>
          <p:nvPr/>
        </p:nvSpPr>
        <p:spPr>
          <a:xfrm>
            <a:off x="333756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FF5F8"/>
          </a:solidFill>
          <a:ln w="19050">
            <a:solidFill>
              <a:srgbClr val="D8879E"/>
            </a:solidFill>
            <a:prstDash val="solid"/>
          </a:ln>
        </p:spPr>
      </p:sp>
      <p:pic>
        <p:nvPicPr>
          <p:cNvPr id="5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65576" y="2121408"/>
            <a:ext cx="384048" cy="384048"/>
          </a:xfrm>
          <a:prstGeom prst="rect">
            <a:avLst/>
          </a:prstGeom>
        </p:spPr>
      </p:pic>
      <p:pic>
        <p:nvPicPr>
          <p:cNvPr id="6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41848" y="2176272"/>
            <a:ext cx="219456" cy="219456"/>
          </a:xfrm>
          <a:prstGeom prst="rect">
            <a:avLst/>
          </a:prstGeom>
        </p:spPr>
      </p:pic>
      <p:sp>
        <p:nvSpPr>
          <p:cNvPr id="61" name="Text 47"/>
          <p:cNvSpPr txBox="1"/>
          <p:nvPr/>
        </p:nvSpPr>
        <p:spPr>
          <a:xfrm>
            <a:off x="3337560" y="208483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5C74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62" name="Shape 48"/>
          <p:cNvSpPr/>
          <p:nvPr/>
        </p:nvSpPr>
        <p:spPr>
          <a:xfrm>
            <a:off x="423367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63" name="Shape 49"/>
          <p:cNvSpPr/>
          <p:nvPr/>
        </p:nvSpPr>
        <p:spPr>
          <a:xfrm>
            <a:off x="443941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64" name="Shape 50"/>
          <p:cNvSpPr/>
          <p:nvPr/>
        </p:nvSpPr>
        <p:spPr>
          <a:xfrm>
            <a:off x="464515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65" name="Shape 51"/>
          <p:cNvSpPr/>
          <p:nvPr/>
        </p:nvSpPr>
        <p:spPr>
          <a:xfrm>
            <a:off x="485089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66" name="Shape 52"/>
          <p:cNvSpPr/>
          <p:nvPr/>
        </p:nvSpPr>
        <p:spPr>
          <a:xfrm>
            <a:off x="505663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67" name="Text 53"/>
          <p:cNvSpPr txBox="1"/>
          <p:nvPr/>
        </p:nvSpPr>
        <p:spPr>
          <a:xfrm>
            <a:off x="3337560" y="2560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加登 楓也 様</a:t>
            </a:r>
            <a:endParaRPr lang="en-US" sz="2200" dirty="0"/>
          </a:p>
        </p:txBody>
      </p:sp>
      <p:sp>
        <p:nvSpPr>
          <p:cNvPr id="68" name="Shape 54"/>
          <p:cNvSpPr/>
          <p:nvPr/>
        </p:nvSpPr>
        <p:spPr>
          <a:xfrm>
            <a:off x="608076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69" name="Shape 55"/>
          <p:cNvSpPr/>
          <p:nvPr/>
        </p:nvSpPr>
        <p:spPr>
          <a:xfrm>
            <a:off x="617220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FF5F8"/>
          </a:solidFill>
          <a:ln w="19050">
            <a:solidFill>
              <a:srgbClr val="D8879E"/>
            </a:solidFill>
            <a:prstDash val="solid"/>
          </a:ln>
        </p:spPr>
      </p:sp>
      <p:pic>
        <p:nvPicPr>
          <p:cNvPr id="70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00216" y="2121408"/>
            <a:ext cx="384048" cy="384048"/>
          </a:xfrm>
          <a:prstGeom prst="rect">
            <a:avLst/>
          </a:prstGeom>
        </p:spPr>
      </p:pic>
      <p:pic>
        <p:nvPicPr>
          <p:cNvPr id="7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476488" y="2176272"/>
            <a:ext cx="219456" cy="219456"/>
          </a:xfrm>
          <a:prstGeom prst="rect">
            <a:avLst/>
          </a:prstGeom>
        </p:spPr>
      </p:pic>
      <p:sp>
        <p:nvSpPr>
          <p:cNvPr id="72" name="Text 56"/>
          <p:cNvSpPr txBox="1"/>
          <p:nvPr/>
        </p:nvSpPr>
        <p:spPr>
          <a:xfrm>
            <a:off x="6172200" y="208483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5C74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73" name="Shape 57"/>
          <p:cNvSpPr/>
          <p:nvPr/>
        </p:nvSpPr>
        <p:spPr>
          <a:xfrm>
            <a:off x="706831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74" name="Shape 58"/>
          <p:cNvSpPr/>
          <p:nvPr/>
        </p:nvSpPr>
        <p:spPr>
          <a:xfrm>
            <a:off x="727405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75" name="Shape 59"/>
          <p:cNvSpPr/>
          <p:nvPr/>
        </p:nvSpPr>
        <p:spPr>
          <a:xfrm>
            <a:off x="747979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76" name="Shape 60"/>
          <p:cNvSpPr/>
          <p:nvPr/>
        </p:nvSpPr>
        <p:spPr>
          <a:xfrm>
            <a:off x="768553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77" name="Shape 61"/>
          <p:cNvSpPr/>
          <p:nvPr/>
        </p:nvSpPr>
        <p:spPr>
          <a:xfrm>
            <a:off x="789127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78" name="Text 62"/>
          <p:cNvSpPr txBox="1"/>
          <p:nvPr/>
        </p:nvSpPr>
        <p:spPr>
          <a:xfrm>
            <a:off x="6172200" y="2560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イ ギョム 様</a:t>
            </a:r>
            <a:endParaRPr lang="en-US" sz="2200" dirty="0"/>
          </a:p>
        </p:txBody>
      </p:sp>
      <p:sp>
        <p:nvSpPr>
          <p:cNvPr id="79" name="Shape 63"/>
          <p:cNvSpPr/>
          <p:nvPr/>
        </p:nvSpPr>
        <p:spPr>
          <a:xfrm>
            <a:off x="891540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80" name="Shape 64"/>
          <p:cNvSpPr/>
          <p:nvPr/>
        </p:nvSpPr>
        <p:spPr>
          <a:xfrm>
            <a:off x="900684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FF5F8"/>
          </a:solidFill>
          <a:ln w="19050">
            <a:solidFill>
              <a:srgbClr val="D8879E"/>
            </a:solidFill>
            <a:prstDash val="solid"/>
          </a:ln>
        </p:spPr>
      </p:sp>
      <p:pic>
        <p:nvPicPr>
          <p:cNvPr id="81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34856" y="2121408"/>
            <a:ext cx="384048" cy="384048"/>
          </a:xfrm>
          <a:prstGeom prst="rect">
            <a:avLst/>
          </a:prstGeom>
        </p:spPr>
      </p:pic>
      <p:pic>
        <p:nvPicPr>
          <p:cNvPr id="82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311128" y="2176272"/>
            <a:ext cx="219456" cy="219456"/>
          </a:xfrm>
          <a:prstGeom prst="rect">
            <a:avLst/>
          </a:prstGeom>
        </p:spPr>
      </p:pic>
      <p:sp>
        <p:nvSpPr>
          <p:cNvPr id="83" name="Text 65"/>
          <p:cNvSpPr txBox="1"/>
          <p:nvPr/>
        </p:nvSpPr>
        <p:spPr>
          <a:xfrm>
            <a:off x="9006840" y="208483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5C74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84" name="Shape 66"/>
          <p:cNvSpPr/>
          <p:nvPr/>
        </p:nvSpPr>
        <p:spPr>
          <a:xfrm>
            <a:off x="990295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85" name="Shape 67"/>
          <p:cNvSpPr/>
          <p:nvPr/>
        </p:nvSpPr>
        <p:spPr>
          <a:xfrm>
            <a:off x="1010869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86" name="Shape 68"/>
          <p:cNvSpPr/>
          <p:nvPr/>
        </p:nvSpPr>
        <p:spPr>
          <a:xfrm>
            <a:off x="1031443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87" name="Shape 69"/>
          <p:cNvSpPr/>
          <p:nvPr/>
        </p:nvSpPr>
        <p:spPr>
          <a:xfrm>
            <a:off x="1052017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88" name="Shape 70"/>
          <p:cNvSpPr/>
          <p:nvPr/>
        </p:nvSpPr>
        <p:spPr>
          <a:xfrm>
            <a:off x="1072591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89" name="Text 71"/>
          <p:cNvSpPr txBox="1"/>
          <p:nvPr/>
        </p:nvSpPr>
        <p:spPr>
          <a:xfrm>
            <a:off x="9006840" y="2560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阿南 心香 様</a:t>
            </a:r>
            <a:endParaRPr lang="en-US" sz="2200" dirty="0"/>
          </a:p>
        </p:txBody>
      </p:sp>
      <p:sp>
        <p:nvSpPr>
          <p:cNvPr id="90" name="Shape 72"/>
          <p:cNvSpPr/>
          <p:nvPr/>
        </p:nvSpPr>
        <p:spPr>
          <a:xfrm>
            <a:off x="41148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91" name="Shape 73"/>
          <p:cNvSpPr/>
          <p:nvPr/>
        </p:nvSpPr>
        <p:spPr>
          <a:xfrm>
            <a:off x="50292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FF5F8"/>
          </a:solidFill>
          <a:ln w="19050">
            <a:solidFill>
              <a:srgbClr val="D8879E"/>
            </a:solidFill>
            <a:prstDash val="solid"/>
          </a:ln>
        </p:spPr>
      </p:sp>
      <p:pic>
        <p:nvPicPr>
          <p:cNvPr id="92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0936" y="3630168"/>
            <a:ext cx="384048" cy="384048"/>
          </a:xfrm>
          <a:prstGeom prst="rect">
            <a:avLst/>
          </a:prstGeom>
        </p:spPr>
      </p:pic>
      <p:pic>
        <p:nvPicPr>
          <p:cNvPr id="9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807208" y="3685032"/>
            <a:ext cx="219456" cy="219456"/>
          </a:xfrm>
          <a:prstGeom prst="rect">
            <a:avLst/>
          </a:prstGeom>
        </p:spPr>
      </p:pic>
      <p:sp>
        <p:nvSpPr>
          <p:cNvPr id="94" name="Text 74"/>
          <p:cNvSpPr txBox="1"/>
          <p:nvPr/>
        </p:nvSpPr>
        <p:spPr>
          <a:xfrm>
            <a:off x="502920" y="359359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5C74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95" name="Shape 75"/>
          <p:cNvSpPr/>
          <p:nvPr/>
        </p:nvSpPr>
        <p:spPr>
          <a:xfrm>
            <a:off x="139903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96" name="Shape 76"/>
          <p:cNvSpPr/>
          <p:nvPr/>
        </p:nvSpPr>
        <p:spPr>
          <a:xfrm>
            <a:off x="160477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97" name="Shape 77"/>
          <p:cNvSpPr/>
          <p:nvPr/>
        </p:nvSpPr>
        <p:spPr>
          <a:xfrm>
            <a:off x="181051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98" name="Shape 78"/>
          <p:cNvSpPr/>
          <p:nvPr/>
        </p:nvSpPr>
        <p:spPr>
          <a:xfrm>
            <a:off x="201625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99" name="Shape 79"/>
          <p:cNvSpPr/>
          <p:nvPr/>
        </p:nvSpPr>
        <p:spPr>
          <a:xfrm>
            <a:off x="222199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00" name="Text 80"/>
          <p:cNvSpPr txBox="1"/>
          <p:nvPr/>
        </p:nvSpPr>
        <p:spPr>
          <a:xfrm>
            <a:off x="502920" y="40690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岡本 典子 様</a:t>
            </a:r>
            <a:endParaRPr lang="en-US" sz="2200" dirty="0"/>
          </a:p>
        </p:txBody>
      </p:sp>
      <p:sp>
        <p:nvSpPr>
          <p:cNvPr id="101" name="Shape 81"/>
          <p:cNvSpPr/>
          <p:nvPr/>
        </p:nvSpPr>
        <p:spPr>
          <a:xfrm>
            <a:off x="324612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02" name="Shape 82"/>
          <p:cNvSpPr/>
          <p:nvPr/>
        </p:nvSpPr>
        <p:spPr>
          <a:xfrm>
            <a:off x="333756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FF5F8"/>
          </a:solidFill>
          <a:ln w="19050">
            <a:solidFill>
              <a:srgbClr val="D8879E"/>
            </a:solidFill>
            <a:prstDash val="solid"/>
          </a:ln>
        </p:spPr>
      </p:sp>
      <p:pic>
        <p:nvPicPr>
          <p:cNvPr id="103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465576" y="3630168"/>
            <a:ext cx="384048" cy="384048"/>
          </a:xfrm>
          <a:prstGeom prst="rect">
            <a:avLst/>
          </a:prstGeom>
        </p:spPr>
      </p:pic>
      <p:pic>
        <p:nvPicPr>
          <p:cNvPr id="104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641848" y="3685032"/>
            <a:ext cx="219456" cy="219456"/>
          </a:xfrm>
          <a:prstGeom prst="rect">
            <a:avLst/>
          </a:prstGeom>
        </p:spPr>
      </p:pic>
      <p:sp>
        <p:nvSpPr>
          <p:cNvPr id="105" name="Text 83"/>
          <p:cNvSpPr txBox="1"/>
          <p:nvPr/>
        </p:nvSpPr>
        <p:spPr>
          <a:xfrm>
            <a:off x="3337560" y="359359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5C74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106" name="Shape 84"/>
          <p:cNvSpPr/>
          <p:nvPr/>
        </p:nvSpPr>
        <p:spPr>
          <a:xfrm>
            <a:off x="423367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07" name="Shape 85"/>
          <p:cNvSpPr/>
          <p:nvPr/>
        </p:nvSpPr>
        <p:spPr>
          <a:xfrm>
            <a:off x="443941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08" name="Shape 86"/>
          <p:cNvSpPr/>
          <p:nvPr/>
        </p:nvSpPr>
        <p:spPr>
          <a:xfrm>
            <a:off x="464515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09" name="Shape 87"/>
          <p:cNvSpPr/>
          <p:nvPr/>
        </p:nvSpPr>
        <p:spPr>
          <a:xfrm>
            <a:off x="485089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10" name="Shape 88"/>
          <p:cNvSpPr/>
          <p:nvPr/>
        </p:nvSpPr>
        <p:spPr>
          <a:xfrm>
            <a:off x="505663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11" name="Text 89"/>
          <p:cNvSpPr txBox="1"/>
          <p:nvPr/>
        </p:nvSpPr>
        <p:spPr>
          <a:xfrm>
            <a:off x="3337560" y="40690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趙 顯秀 様</a:t>
            </a:r>
            <a:endParaRPr lang="en-US" sz="2200" dirty="0"/>
          </a:p>
        </p:txBody>
      </p:sp>
      <p:sp>
        <p:nvSpPr>
          <p:cNvPr id="112" name="Shape 90"/>
          <p:cNvSpPr/>
          <p:nvPr/>
        </p:nvSpPr>
        <p:spPr>
          <a:xfrm>
            <a:off x="608076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13" name="Shape 91"/>
          <p:cNvSpPr/>
          <p:nvPr/>
        </p:nvSpPr>
        <p:spPr>
          <a:xfrm>
            <a:off x="617220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FF5F8"/>
          </a:solidFill>
          <a:ln w="19050">
            <a:solidFill>
              <a:srgbClr val="D8879E"/>
            </a:solidFill>
            <a:prstDash val="solid"/>
          </a:ln>
        </p:spPr>
      </p:sp>
      <p:pic>
        <p:nvPicPr>
          <p:cNvPr id="114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300216" y="3630168"/>
            <a:ext cx="384048" cy="384048"/>
          </a:xfrm>
          <a:prstGeom prst="rect">
            <a:avLst/>
          </a:prstGeom>
        </p:spPr>
      </p:pic>
      <p:pic>
        <p:nvPicPr>
          <p:cNvPr id="115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476488" y="3685032"/>
            <a:ext cx="219456" cy="219456"/>
          </a:xfrm>
          <a:prstGeom prst="rect">
            <a:avLst/>
          </a:prstGeom>
        </p:spPr>
      </p:pic>
      <p:sp>
        <p:nvSpPr>
          <p:cNvPr id="116" name="Text 92"/>
          <p:cNvSpPr txBox="1"/>
          <p:nvPr/>
        </p:nvSpPr>
        <p:spPr>
          <a:xfrm>
            <a:off x="6172200" y="359359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5C74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117" name="Shape 93"/>
          <p:cNvSpPr/>
          <p:nvPr/>
        </p:nvSpPr>
        <p:spPr>
          <a:xfrm>
            <a:off x="706831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18" name="Shape 94"/>
          <p:cNvSpPr/>
          <p:nvPr/>
        </p:nvSpPr>
        <p:spPr>
          <a:xfrm>
            <a:off x="727405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19" name="Shape 95"/>
          <p:cNvSpPr/>
          <p:nvPr/>
        </p:nvSpPr>
        <p:spPr>
          <a:xfrm>
            <a:off x="747979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20" name="Shape 96"/>
          <p:cNvSpPr/>
          <p:nvPr/>
        </p:nvSpPr>
        <p:spPr>
          <a:xfrm>
            <a:off x="768553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21" name="Shape 97"/>
          <p:cNvSpPr/>
          <p:nvPr/>
        </p:nvSpPr>
        <p:spPr>
          <a:xfrm>
            <a:off x="789127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22" name="Text 98"/>
          <p:cNvSpPr txBox="1"/>
          <p:nvPr/>
        </p:nvSpPr>
        <p:spPr>
          <a:xfrm>
            <a:off x="6172200" y="40690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山根 直樹 様</a:t>
            </a:r>
            <a:endParaRPr lang="en-US" sz="2200" dirty="0"/>
          </a:p>
        </p:txBody>
      </p:sp>
      <p:sp>
        <p:nvSpPr>
          <p:cNvPr id="123" name="Shape 99"/>
          <p:cNvSpPr/>
          <p:nvPr/>
        </p:nvSpPr>
        <p:spPr>
          <a:xfrm>
            <a:off x="891540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24" name="Shape 100"/>
          <p:cNvSpPr/>
          <p:nvPr/>
        </p:nvSpPr>
        <p:spPr>
          <a:xfrm>
            <a:off x="900684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FF5F8"/>
          </a:solidFill>
          <a:ln w="19050">
            <a:solidFill>
              <a:srgbClr val="D8879E"/>
            </a:solidFill>
            <a:prstDash val="solid"/>
          </a:ln>
        </p:spPr>
      </p:sp>
      <p:pic>
        <p:nvPicPr>
          <p:cNvPr id="125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134856" y="3630168"/>
            <a:ext cx="384048" cy="384048"/>
          </a:xfrm>
          <a:prstGeom prst="rect">
            <a:avLst/>
          </a:prstGeom>
        </p:spPr>
      </p:pic>
      <p:pic>
        <p:nvPicPr>
          <p:cNvPr id="126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1311128" y="3685032"/>
            <a:ext cx="219456" cy="219456"/>
          </a:xfrm>
          <a:prstGeom prst="rect">
            <a:avLst/>
          </a:prstGeom>
        </p:spPr>
      </p:pic>
      <p:sp>
        <p:nvSpPr>
          <p:cNvPr id="127" name="Text 101"/>
          <p:cNvSpPr txBox="1"/>
          <p:nvPr/>
        </p:nvSpPr>
        <p:spPr>
          <a:xfrm>
            <a:off x="9006840" y="359359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5C74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128" name="Shape 102"/>
          <p:cNvSpPr/>
          <p:nvPr/>
        </p:nvSpPr>
        <p:spPr>
          <a:xfrm>
            <a:off x="990295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29" name="Shape 103"/>
          <p:cNvSpPr/>
          <p:nvPr/>
        </p:nvSpPr>
        <p:spPr>
          <a:xfrm>
            <a:off x="1010869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30" name="Shape 104"/>
          <p:cNvSpPr/>
          <p:nvPr/>
        </p:nvSpPr>
        <p:spPr>
          <a:xfrm>
            <a:off x="1031443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31" name="Shape 105"/>
          <p:cNvSpPr/>
          <p:nvPr/>
        </p:nvSpPr>
        <p:spPr>
          <a:xfrm>
            <a:off x="1052017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32" name="Shape 106"/>
          <p:cNvSpPr/>
          <p:nvPr/>
        </p:nvSpPr>
        <p:spPr>
          <a:xfrm>
            <a:off x="1072591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33" name="Text 107"/>
          <p:cNvSpPr txBox="1"/>
          <p:nvPr/>
        </p:nvSpPr>
        <p:spPr>
          <a:xfrm>
            <a:off x="9006840" y="40690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森本 菜奈絵 様</a:t>
            </a:r>
            <a:endParaRPr lang="en-US" sz="2200" dirty="0"/>
          </a:p>
        </p:txBody>
      </p:sp>
      <p:sp>
        <p:nvSpPr>
          <p:cNvPr id="134" name="Shape 108"/>
          <p:cNvSpPr/>
          <p:nvPr/>
        </p:nvSpPr>
        <p:spPr>
          <a:xfrm>
            <a:off x="41148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35" name="Shape 109"/>
          <p:cNvSpPr/>
          <p:nvPr/>
        </p:nvSpPr>
        <p:spPr>
          <a:xfrm>
            <a:off x="50292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FF5F8"/>
          </a:solidFill>
          <a:ln w="19050">
            <a:solidFill>
              <a:srgbClr val="D8879E"/>
            </a:solidFill>
            <a:prstDash val="solid"/>
          </a:ln>
        </p:spPr>
      </p:sp>
      <p:pic>
        <p:nvPicPr>
          <p:cNvPr id="136" name="Image 24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30936" y="5138928"/>
            <a:ext cx="384048" cy="384048"/>
          </a:xfrm>
          <a:prstGeom prst="rect">
            <a:avLst/>
          </a:prstGeom>
        </p:spPr>
      </p:pic>
      <p:pic>
        <p:nvPicPr>
          <p:cNvPr id="137" name="Image 25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807208" y="5193792"/>
            <a:ext cx="219456" cy="219456"/>
          </a:xfrm>
          <a:prstGeom prst="rect">
            <a:avLst/>
          </a:prstGeom>
        </p:spPr>
      </p:pic>
      <p:sp>
        <p:nvSpPr>
          <p:cNvPr id="138" name="Text 110"/>
          <p:cNvSpPr txBox="1"/>
          <p:nvPr/>
        </p:nvSpPr>
        <p:spPr>
          <a:xfrm>
            <a:off x="502920" y="510235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5C74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139" name="Shape 111"/>
          <p:cNvSpPr/>
          <p:nvPr/>
        </p:nvSpPr>
        <p:spPr>
          <a:xfrm>
            <a:off x="139903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40" name="Shape 112"/>
          <p:cNvSpPr/>
          <p:nvPr/>
        </p:nvSpPr>
        <p:spPr>
          <a:xfrm>
            <a:off x="160477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41" name="Shape 113"/>
          <p:cNvSpPr/>
          <p:nvPr/>
        </p:nvSpPr>
        <p:spPr>
          <a:xfrm>
            <a:off x="181051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42" name="Shape 114"/>
          <p:cNvSpPr/>
          <p:nvPr/>
        </p:nvSpPr>
        <p:spPr>
          <a:xfrm>
            <a:off x="201625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43" name="Shape 115"/>
          <p:cNvSpPr/>
          <p:nvPr/>
        </p:nvSpPr>
        <p:spPr>
          <a:xfrm>
            <a:off x="222199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44" name="Text 116"/>
          <p:cNvSpPr txBox="1"/>
          <p:nvPr/>
        </p:nvSpPr>
        <p:spPr>
          <a:xfrm>
            <a:off x="502920" y="5577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遠藤 優佳 様</a:t>
            </a:r>
            <a:endParaRPr lang="en-US" sz="2200" dirty="0"/>
          </a:p>
        </p:txBody>
      </p:sp>
      <p:sp>
        <p:nvSpPr>
          <p:cNvPr id="145" name="Shape 117"/>
          <p:cNvSpPr/>
          <p:nvPr/>
        </p:nvSpPr>
        <p:spPr>
          <a:xfrm>
            <a:off x="324612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46" name="Shape 118"/>
          <p:cNvSpPr/>
          <p:nvPr/>
        </p:nvSpPr>
        <p:spPr>
          <a:xfrm>
            <a:off x="333756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FF5F8"/>
          </a:solidFill>
          <a:ln w="19050">
            <a:solidFill>
              <a:srgbClr val="D8879E"/>
            </a:solidFill>
            <a:prstDash val="solid"/>
          </a:ln>
        </p:spPr>
      </p:sp>
      <p:pic>
        <p:nvPicPr>
          <p:cNvPr id="147" name="Image 26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465576" y="5138928"/>
            <a:ext cx="384048" cy="384048"/>
          </a:xfrm>
          <a:prstGeom prst="rect">
            <a:avLst/>
          </a:prstGeom>
        </p:spPr>
      </p:pic>
      <p:pic>
        <p:nvPicPr>
          <p:cNvPr id="148" name="Image 27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641848" y="5193792"/>
            <a:ext cx="219456" cy="219456"/>
          </a:xfrm>
          <a:prstGeom prst="rect">
            <a:avLst/>
          </a:prstGeom>
        </p:spPr>
      </p:pic>
      <p:sp>
        <p:nvSpPr>
          <p:cNvPr id="149" name="Text 119"/>
          <p:cNvSpPr txBox="1"/>
          <p:nvPr/>
        </p:nvSpPr>
        <p:spPr>
          <a:xfrm>
            <a:off x="3337560" y="510235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5C74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150" name="Shape 120"/>
          <p:cNvSpPr/>
          <p:nvPr/>
        </p:nvSpPr>
        <p:spPr>
          <a:xfrm>
            <a:off x="423367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51" name="Shape 121"/>
          <p:cNvSpPr/>
          <p:nvPr/>
        </p:nvSpPr>
        <p:spPr>
          <a:xfrm>
            <a:off x="443941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52" name="Shape 122"/>
          <p:cNvSpPr/>
          <p:nvPr/>
        </p:nvSpPr>
        <p:spPr>
          <a:xfrm>
            <a:off x="464515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53" name="Shape 123"/>
          <p:cNvSpPr/>
          <p:nvPr/>
        </p:nvSpPr>
        <p:spPr>
          <a:xfrm>
            <a:off x="485089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54" name="Shape 124"/>
          <p:cNvSpPr/>
          <p:nvPr/>
        </p:nvSpPr>
        <p:spPr>
          <a:xfrm>
            <a:off x="505663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55" name="Text 125"/>
          <p:cNvSpPr txBox="1"/>
          <p:nvPr/>
        </p:nvSpPr>
        <p:spPr>
          <a:xfrm>
            <a:off x="3337560" y="5577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永澤 友梨 様</a:t>
            </a:r>
            <a:endParaRPr lang="en-US" sz="2200" dirty="0"/>
          </a:p>
        </p:txBody>
      </p:sp>
      <p:sp>
        <p:nvSpPr>
          <p:cNvPr id="156" name="Shape 126"/>
          <p:cNvSpPr/>
          <p:nvPr/>
        </p:nvSpPr>
        <p:spPr>
          <a:xfrm>
            <a:off x="608076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57" name="Shape 127"/>
          <p:cNvSpPr/>
          <p:nvPr/>
        </p:nvSpPr>
        <p:spPr>
          <a:xfrm>
            <a:off x="617220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FF5F8"/>
          </a:solidFill>
          <a:ln w="19050">
            <a:solidFill>
              <a:srgbClr val="D8879E"/>
            </a:solidFill>
            <a:prstDash val="solid"/>
          </a:ln>
        </p:spPr>
      </p:sp>
      <p:pic>
        <p:nvPicPr>
          <p:cNvPr id="158" name="Image 28" descr="preencoded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6300216" y="5138928"/>
            <a:ext cx="384048" cy="384048"/>
          </a:xfrm>
          <a:prstGeom prst="rect">
            <a:avLst/>
          </a:prstGeom>
        </p:spPr>
      </p:pic>
      <p:pic>
        <p:nvPicPr>
          <p:cNvPr id="159" name="Image 29" descr="preencoded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476488" y="5193792"/>
            <a:ext cx="219456" cy="219456"/>
          </a:xfrm>
          <a:prstGeom prst="rect">
            <a:avLst/>
          </a:prstGeom>
        </p:spPr>
      </p:pic>
      <p:sp>
        <p:nvSpPr>
          <p:cNvPr id="160" name="Text 128"/>
          <p:cNvSpPr txBox="1"/>
          <p:nvPr/>
        </p:nvSpPr>
        <p:spPr>
          <a:xfrm>
            <a:off x="6172200" y="510235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5C74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161" name="Shape 129"/>
          <p:cNvSpPr/>
          <p:nvPr/>
        </p:nvSpPr>
        <p:spPr>
          <a:xfrm>
            <a:off x="706831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62" name="Shape 130"/>
          <p:cNvSpPr/>
          <p:nvPr/>
        </p:nvSpPr>
        <p:spPr>
          <a:xfrm>
            <a:off x="727405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63" name="Shape 131"/>
          <p:cNvSpPr/>
          <p:nvPr/>
        </p:nvSpPr>
        <p:spPr>
          <a:xfrm>
            <a:off x="747979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64" name="Shape 132"/>
          <p:cNvSpPr/>
          <p:nvPr/>
        </p:nvSpPr>
        <p:spPr>
          <a:xfrm>
            <a:off x="768553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65" name="Shape 133"/>
          <p:cNvSpPr/>
          <p:nvPr/>
        </p:nvSpPr>
        <p:spPr>
          <a:xfrm>
            <a:off x="789127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66" name="Text 134"/>
          <p:cNvSpPr txBox="1"/>
          <p:nvPr/>
        </p:nvSpPr>
        <p:spPr>
          <a:xfrm>
            <a:off x="6172200" y="5577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渡邊 彩音 様</a:t>
            </a:r>
            <a:endParaRPr lang="en-US" sz="2200" dirty="0"/>
          </a:p>
        </p:txBody>
      </p:sp>
      <p:sp>
        <p:nvSpPr>
          <p:cNvPr id="167" name="Shape 135"/>
          <p:cNvSpPr/>
          <p:nvPr/>
        </p:nvSpPr>
        <p:spPr>
          <a:xfrm>
            <a:off x="891540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68" name="Shape 136"/>
          <p:cNvSpPr/>
          <p:nvPr/>
        </p:nvSpPr>
        <p:spPr>
          <a:xfrm>
            <a:off x="900684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FF5F8"/>
          </a:solidFill>
          <a:ln w="19050">
            <a:solidFill>
              <a:srgbClr val="D8879E"/>
            </a:solidFill>
            <a:prstDash val="solid"/>
          </a:ln>
        </p:spPr>
      </p:sp>
      <p:pic>
        <p:nvPicPr>
          <p:cNvPr id="169" name="Image 30" descr="preencoded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9134856" y="5138928"/>
            <a:ext cx="384048" cy="384048"/>
          </a:xfrm>
          <a:prstGeom prst="rect">
            <a:avLst/>
          </a:prstGeom>
        </p:spPr>
      </p:pic>
      <p:pic>
        <p:nvPicPr>
          <p:cNvPr id="170" name="Image 31" descr="preencoded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1311128" y="5193792"/>
            <a:ext cx="219456" cy="219456"/>
          </a:xfrm>
          <a:prstGeom prst="rect">
            <a:avLst/>
          </a:prstGeom>
        </p:spPr>
      </p:pic>
      <p:sp>
        <p:nvSpPr>
          <p:cNvPr id="171" name="Text 137"/>
          <p:cNvSpPr txBox="1"/>
          <p:nvPr/>
        </p:nvSpPr>
        <p:spPr>
          <a:xfrm>
            <a:off x="9006840" y="510235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5C74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172" name="Shape 138"/>
          <p:cNvSpPr/>
          <p:nvPr/>
        </p:nvSpPr>
        <p:spPr>
          <a:xfrm>
            <a:off x="990295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73" name="Shape 139"/>
          <p:cNvSpPr/>
          <p:nvPr/>
        </p:nvSpPr>
        <p:spPr>
          <a:xfrm>
            <a:off x="1010869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74" name="Shape 140"/>
          <p:cNvSpPr/>
          <p:nvPr/>
        </p:nvSpPr>
        <p:spPr>
          <a:xfrm>
            <a:off x="1031443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75" name="Shape 141"/>
          <p:cNvSpPr/>
          <p:nvPr/>
        </p:nvSpPr>
        <p:spPr>
          <a:xfrm>
            <a:off x="1052017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76" name="Shape 142"/>
          <p:cNvSpPr/>
          <p:nvPr/>
        </p:nvSpPr>
        <p:spPr>
          <a:xfrm>
            <a:off x="1072591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77" name="Text 143"/>
          <p:cNvSpPr txBox="1"/>
          <p:nvPr/>
        </p:nvSpPr>
        <p:spPr>
          <a:xfrm>
            <a:off x="9006840" y="5577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 孝海 様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3" name="Shape 1"/>
          <p:cNvSpPr/>
          <p:nvPr/>
        </p:nvSpPr>
        <p:spPr>
          <a:xfrm>
            <a:off x="50292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FF5F8"/>
          </a:solidFill>
          <a:ln w="19050">
            <a:solidFill>
              <a:srgbClr val="D8879E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612648"/>
            <a:ext cx="384048" cy="384048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7208" y="667512"/>
            <a:ext cx="219456" cy="21945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" y="57607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5C74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7" name="Shape 3"/>
          <p:cNvSpPr/>
          <p:nvPr/>
        </p:nvSpPr>
        <p:spPr>
          <a:xfrm>
            <a:off x="139903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160477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181051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201625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222199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02920" y="10515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 秀海 様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324612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4" name="Shape 10"/>
          <p:cNvSpPr/>
          <p:nvPr/>
        </p:nvSpPr>
        <p:spPr>
          <a:xfrm>
            <a:off x="333756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FF5F8"/>
          </a:solidFill>
          <a:ln w="19050">
            <a:solidFill>
              <a:srgbClr val="D8879E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612648"/>
            <a:ext cx="384048" cy="384048"/>
          </a:xfrm>
          <a:prstGeom prst="rect">
            <a:avLst/>
          </a:prstGeom>
        </p:spPr>
      </p:pic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1848" y="667512"/>
            <a:ext cx="219456" cy="21945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3337560" y="57607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5C74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423367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43941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64515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85089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505663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3337560" y="10515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周 伶海 様</a:t>
            </a:r>
            <a:endParaRPr lang="en-US" sz="2200" dirty="0"/>
          </a:p>
        </p:txBody>
      </p:sp>
      <p:sp>
        <p:nvSpPr>
          <p:cNvPr id="24" name="Shape 18"/>
          <p:cNvSpPr/>
          <p:nvPr/>
        </p:nvSpPr>
        <p:spPr>
          <a:xfrm>
            <a:off x="608076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25" name="Shape 19"/>
          <p:cNvSpPr/>
          <p:nvPr/>
        </p:nvSpPr>
        <p:spPr>
          <a:xfrm>
            <a:off x="617220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FF5F8"/>
          </a:solidFill>
          <a:ln w="19050">
            <a:solidFill>
              <a:srgbClr val="D8879E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0216" y="612648"/>
            <a:ext cx="384048" cy="384048"/>
          </a:xfrm>
          <a:prstGeom prst="rect">
            <a:avLst/>
          </a:prstGeom>
        </p:spPr>
      </p:pic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6488" y="667512"/>
            <a:ext cx="219456" cy="219456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6172200" y="57607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5C74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706831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727405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747979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768553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789127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6172200" y="10515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鈴木 亜海 様</a:t>
            </a:r>
            <a:endParaRPr lang="en-US" sz="2200" dirty="0"/>
          </a:p>
        </p:txBody>
      </p:sp>
      <p:sp>
        <p:nvSpPr>
          <p:cNvPr id="35" name="Shape 27"/>
          <p:cNvSpPr/>
          <p:nvPr/>
        </p:nvSpPr>
        <p:spPr>
          <a:xfrm>
            <a:off x="891540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36" name="Shape 28"/>
          <p:cNvSpPr/>
          <p:nvPr/>
        </p:nvSpPr>
        <p:spPr>
          <a:xfrm>
            <a:off x="900684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FF5F8"/>
          </a:solidFill>
          <a:ln w="19050">
            <a:solidFill>
              <a:srgbClr val="D8879E"/>
            </a:solidFill>
            <a:prstDash val="solid"/>
          </a:ln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34856" y="612648"/>
            <a:ext cx="384048" cy="384048"/>
          </a:xfrm>
          <a:prstGeom prst="rect">
            <a:avLst/>
          </a:prstGeom>
        </p:spPr>
      </p:pic>
      <p:pic>
        <p:nvPicPr>
          <p:cNvPr id="3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311128" y="667512"/>
            <a:ext cx="219456" cy="219456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9006840" y="57607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5C74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40" name="Shape 30"/>
          <p:cNvSpPr/>
          <p:nvPr/>
        </p:nvSpPr>
        <p:spPr>
          <a:xfrm>
            <a:off x="990295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41" name="Shape 31"/>
          <p:cNvSpPr/>
          <p:nvPr/>
        </p:nvSpPr>
        <p:spPr>
          <a:xfrm>
            <a:off x="1010869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42" name="Shape 32"/>
          <p:cNvSpPr/>
          <p:nvPr/>
        </p:nvSpPr>
        <p:spPr>
          <a:xfrm>
            <a:off x="1031443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43" name="Shape 33"/>
          <p:cNvSpPr/>
          <p:nvPr/>
        </p:nvSpPr>
        <p:spPr>
          <a:xfrm>
            <a:off x="1052017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44" name="Shape 34"/>
          <p:cNvSpPr/>
          <p:nvPr/>
        </p:nvSpPr>
        <p:spPr>
          <a:xfrm>
            <a:off x="1072591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45" name="Text 35"/>
          <p:cNvSpPr txBox="1"/>
          <p:nvPr/>
        </p:nvSpPr>
        <p:spPr>
          <a:xfrm>
            <a:off x="9006840" y="10515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宋 智子 様</a:t>
            </a:r>
            <a:endParaRPr lang="en-US" sz="2200" dirty="0"/>
          </a:p>
        </p:txBody>
      </p:sp>
      <p:sp>
        <p:nvSpPr>
          <p:cNvPr id="46" name="Shape 36"/>
          <p:cNvSpPr/>
          <p:nvPr/>
        </p:nvSpPr>
        <p:spPr>
          <a:xfrm>
            <a:off x="41148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47" name="Shape 37"/>
          <p:cNvSpPr/>
          <p:nvPr/>
        </p:nvSpPr>
        <p:spPr>
          <a:xfrm>
            <a:off x="50292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FF5F8"/>
          </a:solidFill>
          <a:ln w="19050">
            <a:solidFill>
              <a:srgbClr val="D8879E"/>
            </a:solidFill>
            <a:prstDash val="solid"/>
          </a:ln>
        </p:spPr>
      </p:sp>
      <p:pic>
        <p:nvPicPr>
          <p:cNvPr id="4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2121408"/>
            <a:ext cx="384048" cy="384048"/>
          </a:xfrm>
          <a:prstGeom prst="rect">
            <a:avLst/>
          </a:prstGeom>
        </p:spPr>
      </p:pic>
      <p:pic>
        <p:nvPicPr>
          <p:cNvPr id="4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07208" y="2176272"/>
            <a:ext cx="219456" cy="219456"/>
          </a:xfrm>
          <a:prstGeom prst="rect">
            <a:avLst/>
          </a:prstGeom>
        </p:spPr>
      </p:pic>
      <p:sp>
        <p:nvSpPr>
          <p:cNvPr id="50" name="Text 38"/>
          <p:cNvSpPr txBox="1"/>
          <p:nvPr/>
        </p:nvSpPr>
        <p:spPr>
          <a:xfrm>
            <a:off x="502920" y="208483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5C74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51" name="Shape 39"/>
          <p:cNvSpPr/>
          <p:nvPr/>
        </p:nvSpPr>
        <p:spPr>
          <a:xfrm>
            <a:off x="139903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52" name="Shape 40"/>
          <p:cNvSpPr/>
          <p:nvPr/>
        </p:nvSpPr>
        <p:spPr>
          <a:xfrm>
            <a:off x="160477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53" name="Shape 41"/>
          <p:cNvSpPr/>
          <p:nvPr/>
        </p:nvSpPr>
        <p:spPr>
          <a:xfrm>
            <a:off x="181051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54" name="Shape 42"/>
          <p:cNvSpPr/>
          <p:nvPr/>
        </p:nvSpPr>
        <p:spPr>
          <a:xfrm>
            <a:off x="201625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55" name="Shape 43"/>
          <p:cNvSpPr/>
          <p:nvPr/>
        </p:nvSpPr>
        <p:spPr>
          <a:xfrm>
            <a:off x="222199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56" name="Text 44"/>
          <p:cNvSpPr txBox="1"/>
          <p:nvPr/>
        </p:nvSpPr>
        <p:spPr>
          <a:xfrm>
            <a:off x="502920" y="2560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島田 崇司 様</a:t>
            </a:r>
            <a:endParaRPr lang="en-US" sz="2200" dirty="0"/>
          </a:p>
        </p:txBody>
      </p:sp>
      <p:sp>
        <p:nvSpPr>
          <p:cNvPr id="57" name="Shape 45"/>
          <p:cNvSpPr/>
          <p:nvPr/>
        </p:nvSpPr>
        <p:spPr>
          <a:xfrm>
            <a:off x="324612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58" name="Shape 46"/>
          <p:cNvSpPr/>
          <p:nvPr/>
        </p:nvSpPr>
        <p:spPr>
          <a:xfrm>
            <a:off x="333756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FF5F8"/>
          </a:solidFill>
          <a:ln w="19050">
            <a:solidFill>
              <a:srgbClr val="D8879E"/>
            </a:solidFill>
            <a:prstDash val="solid"/>
          </a:ln>
        </p:spPr>
      </p:sp>
      <p:pic>
        <p:nvPicPr>
          <p:cNvPr id="5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65576" y="2121408"/>
            <a:ext cx="384048" cy="384048"/>
          </a:xfrm>
          <a:prstGeom prst="rect">
            <a:avLst/>
          </a:prstGeom>
        </p:spPr>
      </p:pic>
      <p:pic>
        <p:nvPicPr>
          <p:cNvPr id="6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41848" y="2176272"/>
            <a:ext cx="219456" cy="219456"/>
          </a:xfrm>
          <a:prstGeom prst="rect">
            <a:avLst/>
          </a:prstGeom>
        </p:spPr>
      </p:pic>
      <p:sp>
        <p:nvSpPr>
          <p:cNvPr id="61" name="Text 47"/>
          <p:cNvSpPr txBox="1"/>
          <p:nvPr/>
        </p:nvSpPr>
        <p:spPr>
          <a:xfrm>
            <a:off x="3337560" y="208483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5C74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62" name="Shape 48"/>
          <p:cNvSpPr/>
          <p:nvPr/>
        </p:nvSpPr>
        <p:spPr>
          <a:xfrm>
            <a:off x="423367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63" name="Shape 49"/>
          <p:cNvSpPr/>
          <p:nvPr/>
        </p:nvSpPr>
        <p:spPr>
          <a:xfrm>
            <a:off x="443941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64" name="Shape 50"/>
          <p:cNvSpPr/>
          <p:nvPr/>
        </p:nvSpPr>
        <p:spPr>
          <a:xfrm>
            <a:off x="464515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65" name="Shape 51"/>
          <p:cNvSpPr/>
          <p:nvPr/>
        </p:nvSpPr>
        <p:spPr>
          <a:xfrm>
            <a:off x="485089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66" name="Shape 52"/>
          <p:cNvSpPr/>
          <p:nvPr/>
        </p:nvSpPr>
        <p:spPr>
          <a:xfrm>
            <a:off x="505663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67" name="Text 53"/>
          <p:cNvSpPr txBox="1"/>
          <p:nvPr/>
        </p:nvSpPr>
        <p:spPr>
          <a:xfrm>
            <a:off x="3337560" y="2560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飛松 虎太朗 様</a:t>
            </a:r>
            <a:endParaRPr lang="en-US" sz="2200" dirty="0"/>
          </a:p>
        </p:txBody>
      </p:sp>
      <p:sp>
        <p:nvSpPr>
          <p:cNvPr id="68" name="Shape 54"/>
          <p:cNvSpPr/>
          <p:nvPr/>
        </p:nvSpPr>
        <p:spPr>
          <a:xfrm>
            <a:off x="608076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69" name="Shape 55"/>
          <p:cNvSpPr/>
          <p:nvPr/>
        </p:nvSpPr>
        <p:spPr>
          <a:xfrm>
            <a:off x="617220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FF5F8"/>
          </a:solidFill>
          <a:ln w="19050">
            <a:solidFill>
              <a:srgbClr val="D8879E"/>
            </a:solidFill>
            <a:prstDash val="solid"/>
          </a:ln>
        </p:spPr>
      </p:sp>
      <p:pic>
        <p:nvPicPr>
          <p:cNvPr id="70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00216" y="2121408"/>
            <a:ext cx="384048" cy="384048"/>
          </a:xfrm>
          <a:prstGeom prst="rect">
            <a:avLst/>
          </a:prstGeom>
        </p:spPr>
      </p:pic>
      <p:pic>
        <p:nvPicPr>
          <p:cNvPr id="7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476488" y="2176272"/>
            <a:ext cx="219456" cy="219456"/>
          </a:xfrm>
          <a:prstGeom prst="rect">
            <a:avLst/>
          </a:prstGeom>
        </p:spPr>
      </p:pic>
      <p:sp>
        <p:nvSpPr>
          <p:cNvPr id="72" name="Text 56"/>
          <p:cNvSpPr txBox="1"/>
          <p:nvPr/>
        </p:nvSpPr>
        <p:spPr>
          <a:xfrm>
            <a:off x="6172200" y="208483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5C74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73" name="Shape 57"/>
          <p:cNvSpPr/>
          <p:nvPr/>
        </p:nvSpPr>
        <p:spPr>
          <a:xfrm>
            <a:off x="706831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74" name="Shape 58"/>
          <p:cNvSpPr/>
          <p:nvPr/>
        </p:nvSpPr>
        <p:spPr>
          <a:xfrm>
            <a:off x="727405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75" name="Shape 59"/>
          <p:cNvSpPr/>
          <p:nvPr/>
        </p:nvSpPr>
        <p:spPr>
          <a:xfrm>
            <a:off x="747979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76" name="Shape 60"/>
          <p:cNvSpPr/>
          <p:nvPr/>
        </p:nvSpPr>
        <p:spPr>
          <a:xfrm>
            <a:off x="768553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77" name="Shape 61"/>
          <p:cNvSpPr/>
          <p:nvPr/>
        </p:nvSpPr>
        <p:spPr>
          <a:xfrm>
            <a:off x="789127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78" name="Text 62"/>
          <p:cNvSpPr txBox="1"/>
          <p:nvPr/>
        </p:nvSpPr>
        <p:spPr>
          <a:xfrm>
            <a:off x="6172200" y="2560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渡邊 雅之 様</a:t>
            </a:r>
            <a:endParaRPr lang="en-US" sz="2200" dirty="0"/>
          </a:p>
        </p:txBody>
      </p:sp>
      <p:sp>
        <p:nvSpPr>
          <p:cNvPr id="79" name="Shape 63"/>
          <p:cNvSpPr/>
          <p:nvPr/>
        </p:nvSpPr>
        <p:spPr>
          <a:xfrm>
            <a:off x="891540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80" name="Shape 64"/>
          <p:cNvSpPr/>
          <p:nvPr/>
        </p:nvSpPr>
        <p:spPr>
          <a:xfrm>
            <a:off x="900684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FF5F8"/>
          </a:solidFill>
          <a:ln w="19050">
            <a:solidFill>
              <a:srgbClr val="D8879E"/>
            </a:solidFill>
            <a:prstDash val="solid"/>
          </a:ln>
        </p:spPr>
      </p:sp>
      <p:pic>
        <p:nvPicPr>
          <p:cNvPr id="81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34856" y="2121408"/>
            <a:ext cx="384048" cy="384048"/>
          </a:xfrm>
          <a:prstGeom prst="rect">
            <a:avLst/>
          </a:prstGeom>
        </p:spPr>
      </p:pic>
      <p:pic>
        <p:nvPicPr>
          <p:cNvPr id="82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311128" y="2176272"/>
            <a:ext cx="219456" cy="219456"/>
          </a:xfrm>
          <a:prstGeom prst="rect">
            <a:avLst/>
          </a:prstGeom>
        </p:spPr>
      </p:pic>
      <p:sp>
        <p:nvSpPr>
          <p:cNvPr id="83" name="Text 65"/>
          <p:cNvSpPr txBox="1"/>
          <p:nvPr/>
        </p:nvSpPr>
        <p:spPr>
          <a:xfrm>
            <a:off x="9006840" y="208483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5C74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84" name="Shape 66"/>
          <p:cNvSpPr/>
          <p:nvPr/>
        </p:nvSpPr>
        <p:spPr>
          <a:xfrm>
            <a:off x="990295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85" name="Shape 67"/>
          <p:cNvSpPr/>
          <p:nvPr/>
        </p:nvSpPr>
        <p:spPr>
          <a:xfrm>
            <a:off x="1010869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86" name="Shape 68"/>
          <p:cNvSpPr/>
          <p:nvPr/>
        </p:nvSpPr>
        <p:spPr>
          <a:xfrm>
            <a:off x="1031443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87" name="Shape 69"/>
          <p:cNvSpPr/>
          <p:nvPr/>
        </p:nvSpPr>
        <p:spPr>
          <a:xfrm>
            <a:off x="1052017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88" name="Shape 70"/>
          <p:cNvSpPr/>
          <p:nvPr/>
        </p:nvSpPr>
        <p:spPr>
          <a:xfrm>
            <a:off x="1072591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89" name="Text 71"/>
          <p:cNvSpPr txBox="1"/>
          <p:nvPr/>
        </p:nvSpPr>
        <p:spPr>
          <a:xfrm>
            <a:off x="9006840" y="2560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中山 瑠惟 様</a:t>
            </a:r>
            <a:endParaRPr lang="en-US" sz="2200" dirty="0"/>
          </a:p>
        </p:txBody>
      </p:sp>
      <p:sp>
        <p:nvSpPr>
          <p:cNvPr id="90" name="Shape 72"/>
          <p:cNvSpPr/>
          <p:nvPr/>
        </p:nvSpPr>
        <p:spPr>
          <a:xfrm>
            <a:off x="41148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91" name="Shape 73"/>
          <p:cNvSpPr/>
          <p:nvPr/>
        </p:nvSpPr>
        <p:spPr>
          <a:xfrm>
            <a:off x="50292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FF5F8"/>
          </a:solidFill>
          <a:ln w="19050">
            <a:solidFill>
              <a:srgbClr val="D8879E"/>
            </a:solidFill>
            <a:prstDash val="solid"/>
          </a:ln>
        </p:spPr>
      </p:sp>
      <p:pic>
        <p:nvPicPr>
          <p:cNvPr id="92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0936" y="3630168"/>
            <a:ext cx="384048" cy="384048"/>
          </a:xfrm>
          <a:prstGeom prst="rect">
            <a:avLst/>
          </a:prstGeom>
        </p:spPr>
      </p:pic>
      <p:pic>
        <p:nvPicPr>
          <p:cNvPr id="9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807208" y="3685032"/>
            <a:ext cx="219456" cy="219456"/>
          </a:xfrm>
          <a:prstGeom prst="rect">
            <a:avLst/>
          </a:prstGeom>
        </p:spPr>
      </p:pic>
      <p:sp>
        <p:nvSpPr>
          <p:cNvPr id="94" name="Text 74"/>
          <p:cNvSpPr txBox="1"/>
          <p:nvPr/>
        </p:nvSpPr>
        <p:spPr>
          <a:xfrm>
            <a:off x="502920" y="359359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5C74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95" name="Shape 75"/>
          <p:cNvSpPr/>
          <p:nvPr/>
        </p:nvSpPr>
        <p:spPr>
          <a:xfrm>
            <a:off x="139903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96" name="Shape 76"/>
          <p:cNvSpPr/>
          <p:nvPr/>
        </p:nvSpPr>
        <p:spPr>
          <a:xfrm>
            <a:off x="160477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97" name="Shape 77"/>
          <p:cNvSpPr/>
          <p:nvPr/>
        </p:nvSpPr>
        <p:spPr>
          <a:xfrm>
            <a:off x="181051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98" name="Shape 78"/>
          <p:cNvSpPr/>
          <p:nvPr/>
        </p:nvSpPr>
        <p:spPr>
          <a:xfrm>
            <a:off x="201625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99" name="Shape 79"/>
          <p:cNvSpPr/>
          <p:nvPr/>
        </p:nvSpPr>
        <p:spPr>
          <a:xfrm>
            <a:off x="222199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00" name="Text 80"/>
          <p:cNvSpPr txBox="1"/>
          <p:nvPr/>
        </p:nvSpPr>
        <p:spPr>
          <a:xfrm>
            <a:off x="502920" y="40690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吉田 賢史 様</a:t>
            </a:r>
            <a:endParaRPr lang="en-US" sz="2200" dirty="0"/>
          </a:p>
        </p:txBody>
      </p:sp>
      <p:sp>
        <p:nvSpPr>
          <p:cNvPr id="101" name="Shape 81"/>
          <p:cNvSpPr/>
          <p:nvPr/>
        </p:nvSpPr>
        <p:spPr>
          <a:xfrm>
            <a:off x="324612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02" name="Shape 82"/>
          <p:cNvSpPr/>
          <p:nvPr/>
        </p:nvSpPr>
        <p:spPr>
          <a:xfrm>
            <a:off x="333756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FF5F8"/>
          </a:solidFill>
          <a:ln w="19050">
            <a:solidFill>
              <a:srgbClr val="D8879E"/>
            </a:solidFill>
            <a:prstDash val="solid"/>
          </a:ln>
        </p:spPr>
      </p:sp>
      <p:pic>
        <p:nvPicPr>
          <p:cNvPr id="103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465576" y="3630168"/>
            <a:ext cx="384048" cy="384048"/>
          </a:xfrm>
          <a:prstGeom prst="rect">
            <a:avLst/>
          </a:prstGeom>
        </p:spPr>
      </p:pic>
      <p:pic>
        <p:nvPicPr>
          <p:cNvPr id="104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641848" y="3685032"/>
            <a:ext cx="219456" cy="219456"/>
          </a:xfrm>
          <a:prstGeom prst="rect">
            <a:avLst/>
          </a:prstGeom>
        </p:spPr>
      </p:pic>
      <p:sp>
        <p:nvSpPr>
          <p:cNvPr id="105" name="Text 83"/>
          <p:cNvSpPr txBox="1"/>
          <p:nvPr/>
        </p:nvSpPr>
        <p:spPr>
          <a:xfrm>
            <a:off x="3337560" y="359359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5C74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106" name="Shape 84"/>
          <p:cNvSpPr/>
          <p:nvPr/>
        </p:nvSpPr>
        <p:spPr>
          <a:xfrm>
            <a:off x="423367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07" name="Shape 85"/>
          <p:cNvSpPr/>
          <p:nvPr/>
        </p:nvSpPr>
        <p:spPr>
          <a:xfrm>
            <a:off x="443941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08" name="Shape 86"/>
          <p:cNvSpPr/>
          <p:nvPr/>
        </p:nvSpPr>
        <p:spPr>
          <a:xfrm>
            <a:off x="464515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09" name="Shape 87"/>
          <p:cNvSpPr/>
          <p:nvPr/>
        </p:nvSpPr>
        <p:spPr>
          <a:xfrm>
            <a:off x="485089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10" name="Shape 88"/>
          <p:cNvSpPr/>
          <p:nvPr/>
        </p:nvSpPr>
        <p:spPr>
          <a:xfrm>
            <a:off x="505663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11" name="Text 89"/>
          <p:cNvSpPr txBox="1"/>
          <p:nvPr/>
        </p:nvSpPr>
        <p:spPr>
          <a:xfrm>
            <a:off x="3337560" y="40690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津田 昂輝 様</a:t>
            </a:r>
            <a:endParaRPr lang="en-US" sz="2200" dirty="0"/>
          </a:p>
        </p:txBody>
      </p:sp>
      <p:sp>
        <p:nvSpPr>
          <p:cNvPr id="112" name="Shape 90"/>
          <p:cNvSpPr/>
          <p:nvPr/>
        </p:nvSpPr>
        <p:spPr>
          <a:xfrm>
            <a:off x="608076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13" name="Shape 91"/>
          <p:cNvSpPr/>
          <p:nvPr/>
        </p:nvSpPr>
        <p:spPr>
          <a:xfrm>
            <a:off x="617220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FF5F8"/>
          </a:solidFill>
          <a:ln w="19050">
            <a:solidFill>
              <a:srgbClr val="D8879E"/>
            </a:solidFill>
            <a:prstDash val="solid"/>
          </a:ln>
        </p:spPr>
      </p:sp>
      <p:pic>
        <p:nvPicPr>
          <p:cNvPr id="114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300216" y="3630168"/>
            <a:ext cx="384048" cy="384048"/>
          </a:xfrm>
          <a:prstGeom prst="rect">
            <a:avLst/>
          </a:prstGeom>
        </p:spPr>
      </p:pic>
      <p:pic>
        <p:nvPicPr>
          <p:cNvPr id="115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476488" y="3685032"/>
            <a:ext cx="219456" cy="219456"/>
          </a:xfrm>
          <a:prstGeom prst="rect">
            <a:avLst/>
          </a:prstGeom>
        </p:spPr>
      </p:pic>
      <p:sp>
        <p:nvSpPr>
          <p:cNvPr id="116" name="Text 92"/>
          <p:cNvSpPr txBox="1"/>
          <p:nvPr/>
        </p:nvSpPr>
        <p:spPr>
          <a:xfrm>
            <a:off x="6172200" y="359359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5C74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117" name="Shape 93"/>
          <p:cNvSpPr/>
          <p:nvPr/>
        </p:nvSpPr>
        <p:spPr>
          <a:xfrm>
            <a:off x="706831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18" name="Shape 94"/>
          <p:cNvSpPr/>
          <p:nvPr/>
        </p:nvSpPr>
        <p:spPr>
          <a:xfrm>
            <a:off x="727405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19" name="Shape 95"/>
          <p:cNvSpPr/>
          <p:nvPr/>
        </p:nvSpPr>
        <p:spPr>
          <a:xfrm>
            <a:off x="747979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20" name="Shape 96"/>
          <p:cNvSpPr/>
          <p:nvPr/>
        </p:nvSpPr>
        <p:spPr>
          <a:xfrm>
            <a:off x="768553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21" name="Shape 97"/>
          <p:cNvSpPr/>
          <p:nvPr/>
        </p:nvSpPr>
        <p:spPr>
          <a:xfrm>
            <a:off x="789127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22" name="Text 98"/>
          <p:cNvSpPr txBox="1"/>
          <p:nvPr/>
        </p:nvSpPr>
        <p:spPr>
          <a:xfrm>
            <a:off x="6172200" y="40690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安永 俊樹 様</a:t>
            </a:r>
            <a:endParaRPr lang="en-US" sz="2200" dirty="0"/>
          </a:p>
        </p:txBody>
      </p:sp>
      <p:sp>
        <p:nvSpPr>
          <p:cNvPr id="123" name="Shape 99"/>
          <p:cNvSpPr/>
          <p:nvPr/>
        </p:nvSpPr>
        <p:spPr>
          <a:xfrm>
            <a:off x="891540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24" name="Shape 100"/>
          <p:cNvSpPr/>
          <p:nvPr/>
        </p:nvSpPr>
        <p:spPr>
          <a:xfrm>
            <a:off x="900684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FF5F8"/>
          </a:solidFill>
          <a:ln w="19050">
            <a:solidFill>
              <a:srgbClr val="D8879E"/>
            </a:solidFill>
            <a:prstDash val="solid"/>
          </a:ln>
        </p:spPr>
      </p:sp>
      <p:pic>
        <p:nvPicPr>
          <p:cNvPr id="125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134856" y="3630168"/>
            <a:ext cx="384048" cy="384048"/>
          </a:xfrm>
          <a:prstGeom prst="rect">
            <a:avLst/>
          </a:prstGeom>
        </p:spPr>
      </p:pic>
      <p:pic>
        <p:nvPicPr>
          <p:cNvPr id="126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1311128" y="3685032"/>
            <a:ext cx="219456" cy="219456"/>
          </a:xfrm>
          <a:prstGeom prst="rect">
            <a:avLst/>
          </a:prstGeom>
        </p:spPr>
      </p:pic>
      <p:sp>
        <p:nvSpPr>
          <p:cNvPr id="127" name="Text 101"/>
          <p:cNvSpPr txBox="1"/>
          <p:nvPr/>
        </p:nvSpPr>
        <p:spPr>
          <a:xfrm>
            <a:off x="9006840" y="359359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5C74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128" name="Shape 102"/>
          <p:cNvSpPr/>
          <p:nvPr/>
        </p:nvSpPr>
        <p:spPr>
          <a:xfrm>
            <a:off x="990295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29" name="Shape 103"/>
          <p:cNvSpPr/>
          <p:nvPr/>
        </p:nvSpPr>
        <p:spPr>
          <a:xfrm>
            <a:off x="1010869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30" name="Shape 104"/>
          <p:cNvSpPr/>
          <p:nvPr/>
        </p:nvSpPr>
        <p:spPr>
          <a:xfrm>
            <a:off x="1031443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31" name="Shape 105"/>
          <p:cNvSpPr/>
          <p:nvPr/>
        </p:nvSpPr>
        <p:spPr>
          <a:xfrm>
            <a:off x="1052017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32" name="Shape 106"/>
          <p:cNvSpPr/>
          <p:nvPr/>
        </p:nvSpPr>
        <p:spPr>
          <a:xfrm>
            <a:off x="1072591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33" name="Text 107"/>
          <p:cNvSpPr txBox="1"/>
          <p:nvPr/>
        </p:nvSpPr>
        <p:spPr>
          <a:xfrm>
            <a:off x="9006840" y="40690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昭元 公輝 様</a:t>
            </a:r>
            <a:endParaRPr lang="en-US" sz="2200" dirty="0"/>
          </a:p>
        </p:txBody>
      </p:sp>
      <p:sp>
        <p:nvSpPr>
          <p:cNvPr id="134" name="Shape 108"/>
          <p:cNvSpPr/>
          <p:nvPr/>
        </p:nvSpPr>
        <p:spPr>
          <a:xfrm>
            <a:off x="41148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35" name="Shape 109"/>
          <p:cNvSpPr/>
          <p:nvPr/>
        </p:nvSpPr>
        <p:spPr>
          <a:xfrm>
            <a:off x="50292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FF5F8"/>
          </a:solidFill>
          <a:ln w="19050">
            <a:solidFill>
              <a:srgbClr val="D8879E"/>
            </a:solidFill>
            <a:prstDash val="solid"/>
          </a:ln>
        </p:spPr>
      </p:sp>
      <p:pic>
        <p:nvPicPr>
          <p:cNvPr id="136" name="Image 24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30936" y="5138928"/>
            <a:ext cx="384048" cy="384048"/>
          </a:xfrm>
          <a:prstGeom prst="rect">
            <a:avLst/>
          </a:prstGeom>
        </p:spPr>
      </p:pic>
      <p:pic>
        <p:nvPicPr>
          <p:cNvPr id="137" name="Image 25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807208" y="5193792"/>
            <a:ext cx="219456" cy="219456"/>
          </a:xfrm>
          <a:prstGeom prst="rect">
            <a:avLst/>
          </a:prstGeom>
        </p:spPr>
      </p:pic>
      <p:sp>
        <p:nvSpPr>
          <p:cNvPr id="138" name="Text 110"/>
          <p:cNvSpPr txBox="1"/>
          <p:nvPr/>
        </p:nvSpPr>
        <p:spPr>
          <a:xfrm>
            <a:off x="502920" y="510235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5C74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139" name="Shape 111"/>
          <p:cNvSpPr/>
          <p:nvPr/>
        </p:nvSpPr>
        <p:spPr>
          <a:xfrm>
            <a:off x="139903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40" name="Shape 112"/>
          <p:cNvSpPr/>
          <p:nvPr/>
        </p:nvSpPr>
        <p:spPr>
          <a:xfrm>
            <a:off x="160477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41" name="Shape 113"/>
          <p:cNvSpPr/>
          <p:nvPr/>
        </p:nvSpPr>
        <p:spPr>
          <a:xfrm>
            <a:off x="181051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42" name="Shape 114"/>
          <p:cNvSpPr/>
          <p:nvPr/>
        </p:nvSpPr>
        <p:spPr>
          <a:xfrm>
            <a:off x="201625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43" name="Shape 115"/>
          <p:cNvSpPr/>
          <p:nvPr/>
        </p:nvSpPr>
        <p:spPr>
          <a:xfrm>
            <a:off x="222199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44" name="Text 116"/>
          <p:cNvSpPr txBox="1"/>
          <p:nvPr/>
        </p:nvSpPr>
        <p:spPr>
          <a:xfrm>
            <a:off x="502920" y="5577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森 貴裕 様</a:t>
            </a:r>
            <a:endParaRPr lang="en-US" sz="2200" dirty="0"/>
          </a:p>
        </p:txBody>
      </p:sp>
      <p:sp>
        <p:nvSpPr>
          <p:cNvPr id="145" name="Shape 117"/>
          <p:cNvSpPr/>
          <p:nvPr/>
        </p:nvSpPr>
        <p:spPr>
          <a:xfrm>
            <a:off x="324612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46" name="Shape 118"/>
          <p:cNvSpPr/>
          <p:nvPr/>
        </p:nvSpPr>
        <p:spPr>
          <a:xfrm>
            <a:off x="333756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FF5F8"/>
          </a:solidFill>
          <a:ln w="19050">
            <a:solidFill>
              <a:srgbClr val="D8879E"/>
            </a:solidFill>
            <a:prstDash val="solid"/>
          </a:ln>
        </p:spPr>
      </p:sp>
      <p:pic>
        <p:nvPicPr>
          <p:cNvPr id="147" name="Image 26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465576" y="5138928"/>
            <a:ext cx="384048" cy="384048"/>
          </a:xfrm>
          <a:prstGeom prst="rect">
            <a:avLst/>
          </a:prstGeom>
        </p:spPr>
      </p:pic>
      <p:pic>
        <p:nvPicPr>
          <p:cNvPr id="148" name="Image 27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641848" y="5193792"/>
            <a:ext cx="219456" cy="219456"/>
          </a:xfrm>
          <a:prstGeom prst="rect">
            <a:avLst/>
          </a:prstGeom>
        </p:spPr>
      </p:pic>
      <p:sp>
        <p:nvSpPr>
          <p:cNvPr id="149" name="Text 119"/>
          <p:cNvSpPr txBox="1"/>
          <p:nvPr/>
        </p:nvSpPr>
        <p:spPr>
          <a:xfrm>
            <a:off x="3337560" y="510235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5C74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150" name="Shape 120"/>
          <p:cNvSpPr/>
          <p:nvPr/>
        </p:nvSpPr>
        <p:spPr>
          <a:xfrm>
            <a:off x="423367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51" name="Shape 121"/>
          <p:cNvSpPr/>
          <p:nvPr/>
        </p:nvSpPr>
        <p:spPr>
          <a:xfrm>
            <a:off x="443941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52" name="Shape 122"/>
          <p:cNvSpPr/>
          <p:nvPr/>
        </p:nvSpPr>
        <p:spPr>
          <a:xfrm>
            <a:off x="464515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53" name="Shape 123"/>
          <p:cNvSpPr/>
          <p:nvPr/>
        </p:nvSpPr>
        <p:spPr>
          <a:xfrm>
            <a:off x="485089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54" name="Shape 124"/>
          <p:cNvSpPr/>
          <p:nvPr/>
        </p:nvSpPr>
        <p:spPr>
          <a:xfrm>
            <a:off x="505663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55" name="Text 125"/>
          <p:cNvSpPr txBox="1"/>
          <p:nvPr/>
        </p:nvSpPr>
        <p:spPr>
          <a:xfrm>
            <a:off x="3337560" y="5577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大泉 周平 様</a:t>
            </a:r>
            <a:endParaRPr lang="en-US" sz="2200" dirty="0"/>
          </a:p>
        </p:txBody>
      </p:sp>
      <p:sp>
        <p:nvSpPr>
          <p:cNvPr id="156" name="Shape 126"/>
          <p:cNvSpPr/>
          <p:nvPr/>
        </p:nvSpPr>
        <p:spPr>
          <a:xfrm>
            <a:off x="608076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57" name="Shape 127"/>
          <p:cNvSpPr/>
          <p:nvPr/>
        </p:nvSpPr>
        <p:spPr>
          <a:xfrm>
            <a:off x="617220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FF5F8"/>
          </a:solidFill>
          <a:ln w="19050">
            <a:solidFill>
              <a:srgbClr val="D8879E"/>
            </a:solidFill>
            <a:prstDash val="solid"/>
          </a:ln>
        </p:spPr>
      </p:sp>
      <p:pic>
        <p:nvPicPr>
          <p:cNvPr id="158" name="Image 28" descr="preencoded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6300216" y="5138928"/>
            <a:ext cx="384048" cy="384048"/>
          </a:xfrm>
          <a:prstGeom prst="rect">
            <a:avLst/>
          </a:prstGeom>
        </p:spPr>
      </p:pic>
      <p:pic>
        <p:nvPicPr>
          <p:cNvPr id="159" name="Image 29" descr="preencoded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476488" y="5193792"/>
            <a:ext cx="219456" cy="219456"/>
          </a:xfrm>
          <a:prstGeom prst="rect">
            <a:avLst/>
          </a:prstGeom>
        </p:spPr>
      </p:pic>
      <p:sp>
        <p:nvSpPr>
          <p:cNvPr id="160" name="Text 128"/>
          <p:cNvSpPr txBox="1"/>
          <p:nvPr/>
        </p:nvSpPr>
        <p:spPr>
          <a:xfrm>
            <a:off x="6172200" y="510235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5C74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161" name="Shape 129"/>
          <p:cNvSpPr/>
          <p:nvPr/>
        </p:nvSpPr>
        <p:spPr>
          <a:xfrm>
            <a:off x="706831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62" name="Shape 130"/>
          <p:cNvSpPr/>
          <p:nvPr/>
        </p:nvSpPr>
        <p:spPr>
          <a:xfrm>
            <a:off x="727405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63" name="Shape 131"/>
          <p:cNvSpPr/>
          <p:nvPr/>
        </p:nvSpPr>
        <p:spPr>
          <a:xfrm>
            <a:off x="747979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64" name="Shape 132"/>
          <p:cNvSpPr/>
          <p:nvPr/>
        </p:nvSpPr>
        <p:spPr>
          <a:xfrm>
            <a:off x="768553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65" name="Shape 133"/>
          <p:cNvSpPr/>
          <p:nvPr/>
        </p:nvSpPr>
        <p:spPr>
          <a:xfrm>
            <a:off x="789127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66" name="Text 134"/>
          <p:cNvSpPr txBox="1"/>
          <p:nvPr/>
        </p:nvSpPr>
        <p:spPr>
          <a:xfrm>
            <a:off x="6172200" y="5577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守屋 勇汰 様</a:t>
            </a:r>
            <a:endParaRPr lang="en-US" sz="2200" dirty="0"/>
          </a:p>
        </p:txBody>
      </p:sp>
      <p:sp>
        <p:nvSpPr>
          <p:cNvPr id="167" name="Shape 135"/>
          <p:cNvSpPr/>
          <p:nvPr/>
        </p:nvSpPr>
        <p:spPr>
          <a:xfrm>
            <a:off x="891540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68" name="Shape 136"/>
          <p:cNvSpPr/>
          <p:nvPr/>
        </p:nvSpPr>
        <p:spPr>
          <a:xfrm>
            <a:off x="900684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FF5F8"/>
          </a:solidFill>
          <a:ln w="19050">
            <a:solidFill>
              <a:srgbClr val="D8879E"/>
            </a:solidFill>
            <a:prstDash val="solid"/>
          </a:ln>
        </p:spPr>
      </p:sp>
      <p:pic>
        <p:nvPicPr>
          <p:cNvPr id="169" name="Image 30" descr="preencoded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9134856" y="5138928"/>
            <a:ext cx="384048" cy="384048"/>
          </a:xfrm>
          <a:prstGeom prst="rect">
            <a:avLst/>
          </a:prstGeom>
        </p:spPr>
      </p:pic>
      <p:pic>
        <p:nvPicPr>
          <p:cNvPr id="170" name="Image 31" descr="preencoded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1311128" y="5193792"/>
            <a:ext cx="219456" cy="219456"/>
          </a:xfrm>
          <a:prstGeom prst="rect">
            <a:avLst/>
          </a:prstGeom>
        </p:spPr>
      </p:pic>
      <p:sp>
        <p:nvSpPr>
          <p:cNvPr id="171" name="Text 137"/>
          <p:cNvSpPr txBox="1"/>
          <p:nvPr/>
        </p:nvSpPr>
        <p:spPr>
          <a:xfrm>
            <a:off x="9006840" y="510235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5C74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172" name="Shape 138"/>
          <p:cNvSpPr/>
          <p:nvPr/>
        </p:nvSpPr>
        <p:spPr>
          <a:xfrm>
            <a:off x="990295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73" name="Shape 139"/>
          <p:cNvSpPr/>
          <p:nvPr/>
        </p:nvSpPr>
        <p:spPr>
          <a:xfrm>
            <a:off x="1010869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74" name="Shape 140"/>
          <p:cNvSpPr/>
          <p:nvPr/>
        </p:nvSpPr>
        <p:spPr>
          <a:xfrm>
            <a:off x="1031443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75" name="Shape 141"/>
          <p:cNvSpPr/>
          <p:nvPr/>
        </p:nvSpPr>
        <p:spPr>
          <a:xfrm>
            <a:off x="1052017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76" name="Shape 142"/>
          <p:cNvSpPr/>
          <p:nvPr/>
        </p:nvSpPr>
        <p:spPr>
          <a:xfrm>
            <a:off x="1072591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77" name="Text 143"/>
          <p:cNvSpPr txBox="1"/>
          <p:nvPr/>
        </p:nvSpPr>
        <p:spPr>
          <a:xfrm>
            <a:off x="9006840" y="5577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守屋 陽杜 くん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3" name="Shape 1"/>
          <p:cNvSpPr/>
          <p:nvPr/>
        </p:nvSpPr>
        <p:spPr>
          <a:xfrm>
            <a:off x="50292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FF5F8"/>
          </a:solidFill>
          <a:ln w="19050">
            <a:solidFill>
              <a:srgbClr val="D8879E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612648"/>
            <a:ext cx="384048" cy="384048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7208" y="667512"/>
            <a:ext cx="219456" cy="21945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" y="57607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5C74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7" name="Shape 3"/>
          <p:cNvSpPr/>
          <p:nvPr/>
        </p:nvSpPr>
        <p:spPr>
          <a:xfrm>
            <a:off x="139903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160477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181051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201625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222199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02920" y="10515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守屋 晴香 様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324612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4" name="Shape 10"/>
          <p:cNvSpPr/>
          <p:nvPr/>
        </p:nvSpPr>
        <p:spPr>
          <a:xfrm>
            <a:off x="333756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FF5F8"/>
          </a:solidFill>
          <a:ln w="19050">
            <a:solidFill>
              <a:srgbClr val="D8879E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612648"/>
            <a:ext cx="384048" cy="384048"/>
          </a:xfrm>
          <a:prstGeom prst="rect">
            <a:avLst/>
          </a:prstGeom>
        </p:spPr>
      </p:pic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1848" y="667512"/>
            <a:ext cx="219456" cy="21945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3337560" y="57607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5C74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423367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43941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64515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85089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505663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3337560" y="10515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溝渕 比奈子 様</a:t>
            </a:r>
            <a:endParaRPr lang="en-US" sz="2200" dirty="0"/>
          </a:p>
        </p:txBody>
      </p:sp>
      <p:sp>
        <p:nvSpPr>
          <p:cNvPr id="24" name="Shape 18"/>
          <p:cNvSpPr/>
          <p:nvPr/>
        </p:nvSpPr>
        <p:spPr>
          <a:xfrm>
            <a:off x="608076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25" name="Shape 19"/>
          <p:cNvSpPr/>
          <p:nvPr/>
        </p:nvSpPr>
        <p:spPr>
          <a:xfrm>
            <a:off x="617220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FF5F8"/>
          </a:solidFill>
          <a:ln w="19050">
            <a:solidFill>
              <a:srgbClr val="D8879E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0216" y="612648"/>
            <a:ext cx="384048" cy="384048"/>
          </a:xfrm>
          <a:prstGeom prst="rect">
            <a:avLst/>
          </a:prstGeom>
        </p:spPr>
      </p:pic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6488" y="667512"/>
            <a:ext cx="219456" cy="219456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6172200" y="57607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5C74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706831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727405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747979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768553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789127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6172200" y="10515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畑中 聖奈 様</a:t>
            </a:r>
            <a:endParaRPr lang="en-US" sz="2200" dirty="0"/>
          </a:p>
        </p:txBody>
      </p:sp>
      <p:sp>
        <p:nvSpPr>
          <p:cNvPr id="35" name="Shape 27"/>
          <p:cNvSpPr/>
          <p:nvPr/>
        </p:nvSpPr>
        <p:spPr>
          <a:xfrm>
            <a:off x="891540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36" name="Shape 28"/>
          <p:cNvSpPr/>
          <p:nvPr/>
        </p:nvSpPr>
        <p:spPr>
          <a:xfrm>
            <a:off x="900684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FF5F8"/>
          </a:solidFill>
          <a:ln w="19050">
            <a:solidFill>
              <a:srgbClr val="D8879E"/>
            </a:solidFill>
            <a:prstDash val="solid"/>
          </a:ln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34856" y="612648"/>
            <a:ext cx="384048" cy="384048"/>
          </a:xfrm>
          <a:prstGeom prst="rect">
            <a:avLst/>
          </a:prstGeom>
        </p:spPr>
      </p:pic>
      <p:pic>
        <p:nvPicPr>
          <p:cNvPr id="3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311128" y="667512"/>
            <a:ext cx="219456" cy="219456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9006840" y="57607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5C74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40" name="Shape 30"/>
          <p:cNvSpPr/>
          <p:nvPr/>
        </p:nvSpPr>
        <p:spPr>
          <a:xfrm>
            <a:off x="990295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41" name="Shape 31"/>
          <p:cNvSpPr/>
          <p:nvPr/>
        </p:nvSpPr>
        <p:spPr>
          <a:xfrm>
            <a:off x="1010869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42" name="Shape 32"/>
          <p:cNvSpPr/>
          <p:nvPr/>
        </p:nvSpPr>
        <p:spPr>
          <a:xfrm>
            <a:off x="1031443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43" name="Shape 33"/>
          <p:cNvSpPr/>
          <p:nvPr/>
        </p:nvSpPr>
        <p:spPr>
          <a:xfrm>
            <a:off x="1052017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44" name="Shape 34"/>
          <p:cNvSpPr/>
          <p:nvPr/>
        </p:nvSpPr>
        <p:spPr>
          <a:xfrm>
            <a:off x="1072591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45" name="Text 35"/>
          <p:cNvSpPr txBox="1"/>
          <p:nvPr/>
        </p:nvSpPr>
        <p:spPr>
          <a:xfrm>
            <a:off x="9006840" y="10515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上原 夏紀 様</a:t>
            </a:r>
            <a:endParaRPr lang="en-US" sz="2200" dirty="0"/>
          </a:p>
        </p:txBody>
      </p:sp>
      <p:sp>
        <p:nvSpPr>
          <p:cNvPr id="46" name="Shape 36"/>
          <p:cNvSpPr/>
          <p:nvPr/>
        </p:nvSpPr>
        <p:spPr>
          <a:xfrm>
            <a:off x="41148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47" name="Shape 37"/>
          <p:cNvSpPr/>
          <p:nvPr/>
        </p:nvSpPr>
        <p:spPr>
          <a:xfrm>
            <a:off x="50292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FF5F8"/>
          </a:solidFill>
          <a:ln w="19050">
            <a:solidFill>
              <a:srgbClr val="D8879E"/>
            </a:solidFill>
            <a:prstDash val="solid"/>
          </a:ln>
        </p:spPr>
      </p:sp>
      <p:pic>
        <p:nvPicPr>
          <p:cNvPr id="4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2121408"/>
            <a:ext cx="384048" cy="384048"/>
          </a:xfrm>
          <a:prstGeom prst="rect">
            <a:avLst/>
          </a:prstGeom>
        </p:spPr>
      </p:pic>
      <p:pic>
        <p:nvPicPr>
          <p:cNvPr id="4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07208" y="2176272"/>
            <a:ext cx="219456" cy="219456"/>
          </a:xfrm>
          <a:prstGeom prst="rect">
            <a:avLst/>
          </a:prstGeom>
        </p:spPr>
      </p:pic>
      <p:sp>
        <p:nvSpPr>
          <p:cNvPr id="50" name="Text 38"/>
          <p:cNvSpPr txBox="1"/>
          <p:nvPr/>
        </p:nvSpPr>
        <p:spPr>
          <a:xfrm>
            <a:off x="502920" y="208483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5C74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51" name="Shape 39"/>
          <p:cNvSpPr/>
          <p:nvPr/>
        </p:nvSpPr>
        <p:spPr>
          <a:xfrm>
            <a:off x="139903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52" name="Shape 40"/>
          <p:cNvSpPr/>
          <p:nvPr/>
        </p:nvSpPr>
        <p:spPr>
          <a:xfrm>
            <a:off x="160477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53" name="Shape 41"/>
          <p:cNvSpPr/>
          <p:nvPr/>
        </p:nvSpPr>
        <p:spPr>
          <a:xfrm>
            <a:off x="181051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54" name="Shape 42"/>
          <p:cNvSpPr/>
          <p:nvPr/>
        </p:nvSpPr>
        <p:spPr>
          <a:xfrm>
            <a:off x="201625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55" name="Shape 43"/>
          <p:cNvSpPr/>
          <p:nvPr/>
        </p:nvSpPr>
        <p:spPr>
          <a:xfrm>
            <a:off x="222199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56" name="Text 44"/>
          <p:cNvSpPr txBox="1"/>
          <p:nvPr/>
        </p:nvSpPr>
        <p:spPr>
          <a:xfrm>
            <a:off x="502920" y="2560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橋村 ちゆき 様</a:t>
            </a:r>
            <a:endParaRPr lang="en-US" sz="2200" dirty="0"/>
          </a:p>
        </p:txBody>
      </p:sp>
      <p:sp>
        <p:nvSpPr>
          <p:cNvPr id="57" name="Shape 45"/>
          <p:cNvSpPr/>
          <p:nvPr/>
        </p:nvSpPr>
        <p:spPr>
          <a:xfrm>
            <a:off x="324612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58" name="Shape 46"/>
          <p:cNvSpPr/>
          <p:nvPr/>
        </p:nvSpPr>
        <p:spPr>
          <a:xfrm>
            <a:off x="333756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FF5F8"/>
          </a:solidFill>
          <a:ln w="19050">
            <a:solidFill>
              <a:srgbClr val="D8879E"/>
            </a:solidFill>
            <a:prstDash val="solid"/>
          </a:ln>
        </p:spPr>
      </p:sp>
      <p:pic>
        <p:nvPicPr>
          <p:cNvPr id="5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65576" y="2121408"/>
            <a:ext cx="384048" cy="384048"/>
          </a:xfrm>
          <a:prstGeom prst="rect">
            <a:avLst/>
          </a:prstGeom>
        </p:spPr>
      </p:pic>
      <p:pic>
        <p:nvPicPr>
          <p:cNvPr id="6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41848" y="2176272"/>
            <a:ext cx="219456" cy="219456"/>
          </a:xfrm>
          <a:prstGeom prst="rect">
            <a:avLst/>
          </a:prstGeom>
        </p:spPr>
      </p:pic>
      <p:sp>
        <p:nvSpPr>
          <p:cNvPr id="61" name="Text 47"/>
          <p:cNvSpPr txBox="1"/>
          <p:nvPr/>
        </p:nvSpPr>
        <p:spPr>
          <a:xfrm>
            <a:off x="3337560" y="208483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5C74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62" name="Shape 48"/>
          <p:cNvSpPr/>
          <p:nvPr/>
        </p:nvSpPr>
        <p:spPr>
          <a:xfrm>
            <a:off x="423367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63" name="Shape 49"/>
          <p:cNvSpPr/>
          <p:nvPr/>
        </p:nvSpPr>
        <p:spPr>
          <a:xfrm>
            <a:off x="443941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64" name="Shape 50"/>
          <p:cNvSpPr/>
          <p:nvPr/>
        </p:nvSpPr>
        <p:spPr>
          <a:xfrm>
            <a:off x="464515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65" name="Shape 51"/>
          <p:cNvSpPr/>
          <p:nvPr/>
        </p:nvSpPr>
        <p:spPr>
          <a:xfrm>
            <a:off x="485089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66" name="Shape 52"/>
          <p:cNvSpPr/>
          <p:nvPr/>
        </p:nvSpPr>
        <p:spPr>
          <a:xfrm>
            <a:off x="505663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67" name="Text 53"/>
          <p:cNvSpPr txBox="1"/>
          <p:nvPr/>
        </p:nvSpPr>
        <p:spPr>
          <a:xfrm>
            <a:off x="3337560" y="2560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森口 小春 様</a:t>
            </a:r>
            <a:endParaRPr lang="en-US" sz="2200" dirty="0"/>
          </a:p>
        </p:txBody>
      </p:sp>
      <p:sp>
        <p:nvSpPr>
          <p:cNvPr id="68" name="Shape 54"/>
          <p:cNvSpPr/>
          <p:nvPr/>
        </p:nvSpPr>
        <p:spPr>
          <a:xfrm>
            <a:off x="608076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69" name="Shape 55"/>
          <p:cNvSpPr/>
          <p:nvPr/>
        </p:nvSpPr>
        <p:spPr>
          <a:xfrm>
            <a:off x="617220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FF5F8"/>
          </a:solidFill>
          <a:ln w="19050">
            <a:solidFill>
              <a:srgbClr val="D8879E"/>
            </a:solidFill>
            <a:prstDash val="solid"/>
          </a:ln>
        </p:spPr>
      </p:sp>
      <p:pic>
        <p:nvPicPr>
          <p:cNvPr id="70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00216" y="2121408"/>
            <a:ext cx="384048" cy="384048"/>
          </a:xfrm>
          <a:prstGeom prst="rect">
            <a:avLst/>
          </a:prstGeom>
        </p:spPr>
      </p:pic>
      <p:pic>
        <p:nvPicPr>
          <p:cNvPr id="7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476488" y="2176272"/>
            <a:ext cx="219456" cy="219456"/>
          </a:xfrm>
          <a:prstGeom prst="rect">
            <a:avLst/>
          </a:prstGeom>
        </p:spPr>
      </p:pic>
      <p:sp>
        <p:nvSpPr>
          <p:cNvPr id="72" name="Text 56"/>
          <p:cNvSpPr txBox="1"/>
          <p:nvPr/>
        </p:nvSpPr>
        <p:spPr>
          <a:xfrm>
            <a:off x="6172200" y="208483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5C74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73" name="Shape 57"/>
          <p:cNvSpPr/>
          <p:nvPr/>
        </p:nvSpPr>
        <p:spPr>
          <a:xfrm>
            <a:off x="706831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74" name="Shape 58"/>
          <p:cNvSpPr/>
          <p:nvPr/>
        </p:nvSpPr>
        <p:spPr>
          <a:xfrm>
            <a:off x="727405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75" name="Shape 59"/>
          <p:cNvSpPr/>
          <p:nvPr/>
        </p:nvSpPr>
        <p:spPr>
          <a:xfrm>
            <a:off x="747979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76" name="Shape 60"/>
          <p:cNvSpPr/>
          <p:nvPr/>
        </p:nvSpPr>
        <p:spPr>
          <a:xfrm>
            <a:off x="768553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77" name="Shape 61"/>
          <p:cNvSpPr/>
          <p:nvPr/>
        </p:nvSpPr>
        <p:spPr>
          <a:xfrm>
            <a:off x="789127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78" name="Text 62"/>
          <p:cNvSpPr txBox="1"/>
          <p:nvPr/>
        </p:nvSpPr>
        <p:spPr>
          <a:xfrm>
            <a:off x="6172200" y="2560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渕上 綾香 様</a:t>
            </a:r>
            <a:endParaRPr lang="en-US" sz="2200" dirty="0"/>
          </a:p>
        </p:txBody>
      </p:sp>
      <p:sp>
        <p:nvSpPr>
          <p:cNvPr id="79" name="Shape 63"/>
          <p:cNvSpPr/>
          <p:nvPr/>
        </p:nvSpPr>
        <p:spPr>
          <a:xfrm>
            <a:off x="891540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80" name="Shape 64"/>
          <p:cNvSpPr/>
          <p:nvPr/>
        </p:nvSpPr>
        <p:spPr>
          <a:xfrm>
            <a:off x="900684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FF5F8"/>
          </a:solidFill>
          <a:ln w="19050">
            <a:solidFill>
              <a:srgbClr val="D8879E"/>
            </a:solidFill>
            <a:prstDash val="solid"/>
          </a:ln>
        </p:spPr>
      </p:sp>
      <p:pic>
        <p:nvPicPr>
          <p:cNvPr id="81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34856" y="2121408"/>
            <a:ext cx="384048" cy="384048"/>
          </a:xfrm>
          <a:prstGeom prst="rect">
            <a:avLst/>
          </a:prstGeom>
        </p:spPr>
      </p:pic>
      <p:pic>
        <p:nvPicPr>
          <p:cNvPr id="82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311128" y="2176272"/>
            <a:ext cx="219456" cy="219456"/>
          </a:xfrm>
          <a:prstGeom prst="rect">
            <a:avLst/>
          </a:prstGeom>
        </p:spPr>
      </p:pic>
      <p:sp>
        <p:nvSpPr>
          <p:cNvPr id="83" name="Text 65"/>
          <p:cNvSpPr txBox="1"/>
          <p:nvPr/>
        </p:nvSpPr>
        <p:spPr>
          <a:xfrm>
            <a:off x="9006840" y="208483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5C74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84" name="Shape 66"/>
          <p:cNvSpPr/>
          <p:nvPr/>
        </p:nvSpPr>
        <p:spPr>
          <a:xfrm>
            <a:off x="990295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85" name="Shape 67"/>
          <p:cNvSpPr/>
          <p:nvPr/>
        </p:nvSpPr>
        <p:spPr>
          <a:xfrm>
            <a:off x="1010869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86" name="Shape 68"/>
          <p:cNvSpPr/>
          <p:nvPr/>
        </p:nvSpPr>
        <p:spPr>
          <a:xfrm>
            <a:off x="1031443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87" name="Shape 69"/>
          <p:cNvSpPr/>
          <p:nvPr/>
        </p:nvSpPr>
        <p:spPr>
          <a:xfrm>
            <a:off x="1052017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88" name="Shape 70"/>
          <p:cNvSpPr/>
          <p:nvPr/>
        </p:nvSpPr>
        <p:spPr>
          <a:xfrm>
            <a:off x="1072591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89" name="Text 71"/>
          <p:cNvSpPr txBox="1"/>
          <p:nvPr/>
        </p:nvSpPr>
        <p:spPr>
          <a:xfrm>
            <a:off x="9006840" y="2560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岩井 玲香 様</a:t>
            </a:r>
            <a:endParaRPr lang="en-US" sz="2200" dirty="0"/>
          </a:p>
        </p:txBody>
      </p:sp>
      <p:sp>
        <p:nvSpPr>
          <p:cNvPr id="90" name="Shape 72"/>
          <p:cNvSpPr/>
          <p:nvPr/>
        </p:nvSpPr>
        <p:spPr>
          <a:xfrm>
            <a:off x="41148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91" name="Shape 73"/>
          <p:cNvSpPr/>
          <p:nvPr/>
        </p:nvSpPr>
        <p:spPr>
          <a:xfrm>
            <a:off x="50292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FF5F8"/>
          </a:solidFill>
          <a:ln w="19050">
            <a:solidFill>
              <a:srgbClr val="D8879E"/>
            </a:solidFill>
            <a:prstDash val="solid"/>
          </a:ln>
        </p:spPr>
      </p:sp>
      <p:pic>
        <p:nvPicPr>
          <p:cNvPr id="92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0936" y="3630168"/>
            <a:ext cx="384048" cy="384048"/>
          </a:xfrm>
          <a:prstGeom prst="rect">
            <a:avLst/>
          </a:prstGeom>
        </p:spPr>
      </p:pic>
      <p:pic>
        <p:nvPicPr>
          <p:cNvPr id="93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807208" y="3685032"/>
            <a:ext cx="219456" cy="219456"/>
          </a:xfrm>
          <a:prstGeom prst="rect">
            <a:avLst/>
          </a:prstGeom>
        </p:spPr>
      </p:pic>
      <p:sp>
        <p:nvSpPr>
          <p:cNvPr id="94" name="Text 74"/>
          <p:cNvSpPr txBox="1"/>
          <p:nvPr/>
        </p:nvSpPr>
        <p:spPr>
          <a:xfrm>
            <a:off x="502920" y="359359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5C74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95" name="Shape 75"/>
          <p:cNvSpPr/>
          <p:nvPr/>
        </p:nvSpPr>
        <p:spPr>
          <a:xfrm>
            <a:off x="139903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96" name="Shape 76"/>
          <p:cNvSpPr/>
          <p:nvPr/>
        </p:nvSpPr>
        <p:spPr>
          <a:xfrm>
            <a:off x="160477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97" name="Shape 77"/>
          <p:cNvSpPr/>
          <p:nvPr/>
        </p:nvSpPr>
        <p:spPr>
          <a:xfrm>
            <a:off x="181051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98" name="Shape 78"/>
          <p:cNvSpPr/>
          <p:nvPr/>
        </p:nvSpPr>
        <p:spPr>
          <a:xfrm>
            <a:off x="201625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99" name="Shape 79"/>
          <p:cNvSpPr/>
          <p:nvPr/>
        </p:nvSpPr>
        <p:spPr>
          <a:xfrm>
            <a:off x="222199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00" name="Text 80"/>
          <p:cNvSpPr txBox="1"/>
          <p:nvPr/>
        </p:nvSpPr>
        <p:spPr>
          <a:xfrm>
            <a:off x="502920" y="40690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田中 真梨愛 様</a:t>
            </a:r>
            <a:endParaRPr lang="en-US" sz="2200" dirty="0"/>
          </a:p>
        </p:txBody>
      </p:sp>
      <p:sp>
        <p:nvSpPr>
          <p:cNvPr id="101" name="Shape 81"/>
          <p:cNvSpPr/>
          <p:nvPr/>
        </p:nvSpPr>
        <p:spPr>
          <a:xfrm>
            <a:off x="324612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02" name="Shape 82"/>
          <p:cNvSpPr/>
          <p:nvPr/>
        </p:nvSpPr>
        <p:spPr>
          <a:xfrm>
            <a:off x="333756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FF5F8"/>
          </a:solidFill>
          <a:ln w="19050">
            <a:solidFill>
              <a:srgbClr val="D8879E"/>
            </a:solidFill>
            <a:prstDash val="solid"/>
          </a:ln>
        </p:spPr>
      </p:sp>
      <p:pic>
        <p:nvPicPr>
          <p:cNvPr id="103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3465576" y="3630168"/>
            <a:ext cx="384048" cy="384048"/>
          </a:xfrm>
          <a:prstGeom prst="rect">
            <a:avLst/>
          </a:prstGeom>
        </p:spPr>
      </p:pic>
      <p:pic>
        <p:nvPicPr>
          <p:cNvPr id="104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5641848" y="3685032"/>
            <a:ext cx="219456" cy="219456"/>
          </a:xfrm>
          <a:prstGeom prst="rect">
            <a:avLst/>
          </a:prstGeom>
        </p:spPr>
      </p:pic>
      <p:sp>
        <p:nvSpPr>
          <p:cNvPr id="105" name="Text 83"/>
          <p:cNvSpPr txBox="1"/>
          <p:nvPr/>
        </p:nvSpPr>
        <p:spPr>
          <a:xfrm>
            <a:off x="3337560" y="359359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5C74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106" name="Shape 84"/>
          <p:cNvSpPr/>
          <p:nvPr/>
        </p:nvSpPr>
        <p:spPr>
          <a:xfrm>
            <a:off x="423367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07" name="Shape 85"/>
          <p:cNvSpPr/>
          <p:nvPr/>
        </p:nvSpPr>
        <p:spPr>
          <a:xfrm>
            <a:off x="443941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08" name="Shape 86"/>
          <p:cNvSpPr/>
          <p:nvPr/>
        </p:nvSpPr>
        <p:spPr>
          <a:xfrm>
            <a:off x="464515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09" name="Shape 87"/>
          <p:cNvSpPr/>
          <p:nvPr/>
        </p:nvSpPr>
        <p:spPr>
          <a:xfrm>
            <a:off x="485089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10" name="Shape 88"/>
          <p:cNvSpPr/>
          <p:nvPr/>
        </p:nvSpPr>
        <p:spPr>
          <a:xfrm>
            <a:off x="505663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11" name="Text 89"/>
          <p:cNvSpPr txBox="1"/>
          <p:nvPr/>
        </p:nvSpPr>
        <p:spPr>
          <a:xfrm>
            <a:off x="3337560" y="40690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野津 佳音 様</a:t>
            </a:r>
            <a:endParaRPr lang="en-US" sz="2200" dirty="0"/>
          </a:p>
        </p:txBody>
      </p:sp>
      <p:sp>
        <p:nvSpPr>
          <p:cNvPr id="112" name="Shape 90"/>
          <p:cNvSpPr/>
          <p:nvPr/>
        </p:nvSpPr>
        <p:spPr>
          <a:xfrm>
            <a:off x="608076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13" name="Shape 91"/>
          <p:cNvSpPr/>
          <p:nvPr/>
        </p:nvSpPr>
        <p:spPr>
          <a:xfrm>
            <a:off x="617220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FF5F8"/>
          </a:solidFill>
          <a:ln w="19050">
            <a:solidFill>
              <a:srgbClr val="D8879E"/>
            </a:solidFill>
            <a:prstDash val="solid"/>
          </a:ln>
        </p:spPr>
      </p:sp>
      <p:pic>
        <p:nvPicPr>
          <p:cNvPr id="114" name="Image 20" descr="preencoded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300216" y="3630168"/>
            <a:ext cx="384048" cy="384048"/>
          </a:xfrm>
          <a:prstGeom prst="rect">
            <a:avLst/>
          </a:prstGeom>
        </p:spPr>
      </p:pic>
      <p:pic>
        <p:nvPicPr>
          <p:cNvPr id="115" name="Image 21" descr="preencoded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8476488" y="3685032"/>
            <a:ext cx="219456" cy="219456"/>
          </a:xfrm>
          <a:prstGeom prst="rect">
            <a:avLst/>
          </a:prstGeom>
        </p:spPr>
      </p:pic>
      <p:sp>
        <p:nvSpPr>
          <p:cNvPr id="116" name="Text 92"/>
          <p:cNvSpPr txBox="1"/>
          <p:nvPr/>
        </p:nvSpPr>
        <p:spPr>
          <a:xfrm>
            <a:off x="6172200" y="359359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5C74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117" name="Shape 93"/>
          <p:cNvSpPr/>
          <p:nvPr/>
        </p:nvSpPr>
        <p:spPr>
          <a:xfrm>
            <a:off x="706831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18" name="Shape 94"/>
          <p:cNvSpPr/>
          <p:nvPr/>
        </p:nvSpPr>
        <p:spPr>
          <a:xfrm>
            <a:off x="727405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19" name="Shape 95"/>
          <p:cNvSpPr/>
          <p:nvPr/>
        </p:nvSpPr>
        <p:spPr>
          <a:xfrm>
            <a:off x="747979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20" name="Shape 96"/>
          <p:cNvSpPr/>
          <p:nvPr/>
        </p:nvSpPr>
        <p:spPr>
          <a:xfrm>
            <a:off x="768553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21" name="Shape 97"/>
          <p:cNvSpPr/>
          <p:nvPr/>
        </p:nvSpPr>
        <p:spPr>
          <a:xfrm>
            <a:off x="789127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22" name="Text 98"/>
          <p:cNvSpPr txBox="1"/>
          <p:nvPr/>
        </p:nvSpPr>
        <p:spPr>
          <a:xfrm>
            <a:off x="6172200" y="40690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城戸 唯 様</a:t>
            </a:r>
            <a:endParaRPr lang="en-US" sz="2200" dirty="0"/>
          </a:p>
        </p:txBody>
      </p:sp>
      <p:sp>
        <p:nvSpPr>
          <p:cNvPr id="123" name="Shape 99"/>
          <p:cNvSpPr/>
          <p:nvPr/>
        </p:nvSpPr>
        <p:spPr>
          <a:xfrm>
            <a:off x="891540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24" name="Shape 100"/>
          <p:cNvSpPr/>
          <p:nvPr/>
        </p:nvSpPr>
        <p:spPr>
          <a:xfrm>
            <a:off x="9006840" y="352044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FF5F8"/>
          </a:solidFill>
          <a:ln w="19050">
            <a:solidFill>
              <a:srgbClr val="D8879E"/>
            </a:solidFill>
            <a:prstDash val="solid"/>
          </a:ln>
        </p:spPr>
      </p:sp>
      <p:pic>
        <p:nvPicPr>
          <p:cNvPr id="125" name="Image 22" descr="preencoded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9134856" y="3630168"/>
            <a:ext cx="384048" cy="384048"/>
          </a:xfrm>
          <a:prstGeom prst="rect">
            <a:avLst/>
          </a:prstGeom>
        </p:spPr>
      </p:pic>
      <p:pic>
        <p:nvPicPr>
          <p:cNvPr id="126" name="Image 23" descr="preencoded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1311128" y="3685032"/>
            <a:ext cx="219456" cy="219456"/>
          </a:xfrm>
          <a:prstGeom prst="rect">
            <a:avLst/>
          </a:prstGeom>
        </p:spPr>
      </p:pic>
      <p:sp>
        <p:nvSpPr>
          <p:cNvPr id="127" name="Text 101"/>
          <p:cNvSpPr txBox="1"/>
          <p:nvPr/>
        </p:nvSpPr>
        <p:spPr>
          <a:xfrm>
            <a:off x="9006840" y="359359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5C74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128" name="Shape 102"/>
          <p:cNvSpPr/>
          <p:nvPr/>
        </p:nvSpPr>
        <p:spPr>
          <a:xfrm>
            <a:off x="990295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29" name="Shape 103"/>
          <p:cNvSpPr/>
          <p:nvPr/>
        </p:nvSpPr>
        <p:spPr>
          <a:xfrm>
            <a:off x="1010869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30" name="Shape 104"/>
          <p:cNvSpPr/>
          <p:nvPr/>
        </p:nvSpPr>
        <p:spPr>
          <a:xfrm>
            <a:off x="1031443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31" name="Shape 105"/>
          <p:cNvSpPr/>
          <p:nvPr/>
        </p:nvSpPr>
        <p:spPr>
          <a:xfrm>
            <a:off x="1052017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32" name="Shape 106"/>
          <p:cNvSpPr/>
          <p:nvPr/>
        </p:nvSpPr>
        <p:spPr>
          <a:xfrm>
            <a:off x="10725912" y="464515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33" name="Text 107"/>
          <p:cNvSpPr txBox="1"/>
          <p:nvPr/>
        </p:nvSpPr>
        <p:spPr>
          <a:xfrm>
            <a:off x="9006840" y="40690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田中 肖 様</a:t>
            </a:r>
            <a:endParaRPr lang="en-US" sz="2200" dirty="0"/>
          </a:p>
        </p:txBody>
      </p:sp>
      <p:sp>
        <p:nvSpPr>
          <p:cNvPr id="134" name="Shape 108"/>
          <p:cNvSpPr/>
          <p:nvPr/>
        </p:nvSpPr>
        <p:spPr>
          <a:xfrm>
            <a:off x="41148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35" name="Shape 109"/>
          <p:cNvSpPr/>
          <p:nvPr/>
        </p:nvSpPr>
        <p:spPr>
          <a:xfrm>
            <a:off x="50292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FF5F8"/>
          </a:solidFill>
          <a:ln w="19050">
            <a:solidFill>
              <a:srgbClr val="D8879E"/>
            </a:solidFill>
            <a:prstDash val="solid"/>
          </a:ln>
        </p:spPr>
      </p:sp>
      <p:pic>
        <p:nvPicPr>
          <p:cNvPr id="136" name="Image 24" descr="preencoded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30936" y="5138928"/>
            <a:ext cx="384048" cy="384048"/>
          </a:xfrm>
          <a:prstGeom prst="rect">
            <a:avLst/>
          </a:prstGeom>
        </p:spPr>
      </p:pic>
      <p:pic>
        <p:nvPicPr>
          <p:cNvPr id="137" name="Image 25" descr="preencoded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807208" y="5193792"/>
            <a:ext cx="219456" cy="219456"/>
          </a:xfrm>
          <a:prstGeom prst="rect">
            <a:avLst/>
          </a:prstGeom>
        </p:spPr>
      </p:pic>
      <p:sp>
        <p:nvSpPr>
          <p:cNvPr id="138" name="Text 110"/>
          <p:cNvSpPr txBox="1"/>
          <p:nvPr/>
        </p:nvSpPr>
        <p:spPr>
          <a:xfrm>
            <a:off x="502920" y="510235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5C74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139" name="Shape 111"/>
          <p:cNvSpPr/>
          <p:nvPr/>
        </p:nvSpPr>
        <p:spPr>
          <a:xfrm>
            <a:off x="139903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40" name="Shape 112"/>
          <p:cNvSpPr/>
          <p:nvPr/>
        </p:nvSpPr>
        <p:spPr>
          <a:xfrm>
            <a:off x="160477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41" name="Shape 113"/>
          <p:cNvSpPr/>
          <p:nvPr/>
        </p:nvSpPr>
        <p:spPr>
          <a:xfrm>
            <a:off x="181051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42" name="Shape 114"/>
          <p:cNvSpPr/>
          <p:nvPr/>
        </p:nvSpPr>
        <p:spPr>
          <a:xfrm>
            <a:off x="201625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43" name="Shape 115"/>
          <p:cNvSpPr/>
          <p:nvPr/>
        </p:nvSpPr>
        <p:spPr>
          <a:xfrm>
            <a:off x="222199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44" name="Text 116"/>
          <p:cNvSpPr txBox="1"/>
          <p:nvPr/>
        </p:nvSpPr>
        <p:spPr>
          <a:xfrm>
            <a:off x="502920" y="5577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越澤 緑咲 様</a:t>
            </a:r>
            <a:endParaRPr lang="en-US" sz="2200" dirty="0"/>
          </a:p>
        </p:txBody>
      </p:sp>
      <p:sp>
        <p:nvSpPr>
          <p:cNvPr id="145" name="Shape 117"/>
          <p:cNvSpPr/>
          <p:nvPr/>
        </p:nvSpPr>
        <p:spPr>
          <a:xfrm>
            <a:off x="324612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46" name="Shape 118"/>
          <p:cNvSpPr/>
          <p:nvPr/>
        </p:nvSpPr>
        <p:spPr>
          <a:xfrm>
            <a:off x="333756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FF5F8"/>
          </a:solidFill>
          <a:ln w="19050">
            <a:solidFill>
              <a:srgbClr val="D8879E"/>
            </a:solidFill>
            <a:prstDash val="solid"/>
          </a:ln>
        </p:spPr>
      </p:sp>
      <p:pic>
        <p:nvPicPr>
          <p:cNvPr id="147" name="Image 26" descr="preencoded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465576" y="5138928"/>
            <a:ext cx="384048" cy="384048"/>
          </a:xfrm>
          <a:prstGeom prst="rect">
            <a:avLst/>
          </a:prstGeom>
        </p:spPr>
      </p:pic>
      <p:pic>
        <p:nvPicPr>
          <p:cNvPr id="148" name="Image 27" descr="preencoded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5641848" y="5193792"/>
            <a:ext cx="219456" cy="219456"/>
          </a:xfrm>
          <a:prstGeom prst="rect">
            <a:avLst/>
          </a:prstGeom>
        </p:spPr>
      </p:pic>
      <p:sp>
        <p:nvSpPr>
          <p:cNvPr id="149" name="Text 119"/>
          <p:cNvSpPr txBox="1"/>
          <p:nvPr/>
        </p:nvSpPr>
        <p:spPr>
          <a:xfrm>
            <a:off x="3337560" y="510235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5C74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150" name="Shape 120"/>
          <p:cNvSpPr/>
          <p:nvPr/>
        </p:nvSpPr>
        <p:spPr>
          <a:xfrm>
            <a:off x="423367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51" name="Shape 121"/>
          <p:cNvSpPr/>
          <p:nvPr/>
        </p:nvSpPr>
        <p:spPr>
          <a:xfrm>
            <a:off x="443941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52" name="Shape 122"/>
          <p:cNvSpPr/>
          <p:nvPr/>
        </p:nvSpPr>
        <p:spPr>
          <a:xfrm>
            <a:off x="464515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53" name="Shape 123"/>
          <p:cNvSpPr/>
          <p:nvPr/>
        </p:nvSpPr>
        <p:spPr>
          <a:xfrm>
            <a:off x="485089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54" name="Shape 124"/>
          <p:cNvSpPr/>
          <p:nvPr/>
        </p:nvSpPr>
        <p:spPr>
          <a:xfrm>
            <a:off x="505663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55" name="Text 125"/>
          <p:cNvSpPr txBox="1"/>
          <p:nvPr/>
        </p:nvSpPr>
        <p:spPr>
          <a:xfrm>
            <a:off x="3337560" y="5577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佐藤 嘉剛 様</a:t>
            </a:r>
            <a:endParaRPr lang="en-US" sz="2200" dirty="0"/>
          </a:p>
        </p:txBody>
      </p:sp>
      <p:sp>
        <p:nvSpPr>
          <p:cNvPr id="156" name="Shape 126"/>
          <p:cNvSpPr/>
          <p:nvPr/>
        </p:nvSpPr>
        <p:spPr>
          <a:xfrm>
            <a:off x="608076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57" name="Shape 127"/>
          <p:cNvSpPr/>
          <p:nvPr/>
        </p:nvSpPr>
        <p:spPr>
          <a:xfrm>
            <a:off x="617220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FF5F8"/>
          </a:solidFill>
          <a:ln w="19050">
            <a:solidFill>
              <a:srgbClr val="D8879E"/>
            </a:solidFill>
            <a:prstDash val="solid"/>
          </a:ln>
        </p:spPr>
      </p:sp>
      <p:pic>
        <p:nvPicPr>
          <p:cNvPr id="158" name="Image 28" descr="preencoded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6300216" y="5138928"/>
            <a:ext cx="384048" cy="384048"/>
          </a:xfrm>
          <a:prstGeom prst="rect">
            <a:avLst/>
          </a:prstGeom>
        </p:spPr>
      </p:pic>
      <p:pic>
        <p:nvPicPr>
          <p:cNvPr id="159" name="Image 29" descr="preencoded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476488" y="5193792"/>
            <a:ext cx="219456" cy="219456"/>
          </a:xfrm>
          <a:prstGeom prst="rect">
            <a:avLst/>
          </a:prstGeom>
        </p:spPr>
      </p:pic>
      <p:sp>
        <p:nvSpPr>
          <p:cNvPr id="160" name="Text 128"/>
          <p:cNvSpPr txBox="1"/>
          <p:nvPr/>
        </p:nvSpPr>
        <p:spPr>
          <a:xfrm>
            <a:off x="6172200" y="510235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5C74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161" name="Shape 129"/>
          <p:cNvSpPr/>
          <p:nvPr/>
        </p:nvSpPr>
        <p:spPr>
          <a:xfrm>
            <a:off x="706831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62" name="Shape 130"/>
          <p:cNvSpPr/>
          <p:nvPr/>
        </p:nvSpPr>
        <p:spPr>
          <a:xfrm>
            <a:off x="727405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63" name="Shape 131"/>
          <p:cNvSpPr/>
          <p:nvPr/>
        </p:nvSpPr>
        <p:spPr>
          <a:xfrm>
            <a:off x="747979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64" name="Shape 132"/>
          <p:cNvSpPr/>
          <p:nvPr/>
        </p:nvSpPr>
        <p:spPr>
          <a:xfrm>
            <a:off x="768553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65" name="Shape 133"/>
          <p:cNvSpPr/>
          <p:nvPr/>
        </p:nvSpPr>
        <p:spPr>
          <a:xfrm>
            <a:off x="789127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66" name="Text 134"/>
          <p:cNvSpPr txBox="1"/>
          <p:nvPr/>
        </p:nvSpPr>
        <p:spPr>
          <a:xfrm>
            <a:off x="6172200" y="5577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佐藤 領祐 様</a:t>
            </a:r>
            <a:endParaRPr lang="en-US" sz="2200" dirty="0"/>
          </a:p>
        </p:txBody>
      </p:sp>
      <p:sp>
        <p:nvSpPr>
          <p:cNvPr id="167" name="Shape 135"/>
          <p:cNvSpPr/>
          <p:nvPr/>
        </p:nvSpPr>
        <p:spPr>
          <a:xfrm>
            <a:off x="891540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68" name="Shape 136"/>
          <p:cNvSpPr/>
          <p:nvPr/>
        </p:nvSpPr>
        <p:spPr>
          <a:xfrm>
            <a:off x="9006840" y="502920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FF5F8"/>
          </a:solidFill>
          <a:ln w="19050">
            <a:solidFill>
              <a:srgbClr val="D8879E"/>
            </a:solidFill>
            <a:prstDash val="solid"/>
          </a:ln>
        </p:spPr>
      </p:sp>
      <p:pic>
        <p:nvPicPr>
          <p:cNvPr id="169" name="Image 30" descr="preencoded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9134856" y="5138928"/>
            <a:ext cx="384048" cy="384048"/>
          </a:xfrm>
          <a:prstGeom prst="rect">
            <a:avLst/>
          </a:prstGeom>
        </p:spPr>
      </p:pic>
      <p:pic>
        <p:nvPicPr>
          <p:cNvPr id="170" name="Image 31" descr="preencoded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1311128" y="5193792"/>
            <a:ext cx="219456" cy="219456"/>
          </a:xfrm>
          <a:prstGeom prst="rect">
            <a:avLst/>
          </a:prstGeom>
        </p:spPr>
      </p:pic>
      <p:sp>
        <p:nvSpPr>
          <p:cNvPr id="171" name="Text 137"/>
          <p:cNvSpPr txBox="1"/>
          <p:nvPr/>
        </p:nvSpPr>
        <p:spPr>
          <a:xfrm>
            <a:off x="9006840" y="510235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5C74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172" name="Shape 138"/>
          <p:cNvSpPr/>
          <p:nvPr/>
        </p:nvSpPr>
        <p:spPr>
          <a:xfrm>
            <a:off x="990295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73" name="Shape 139"/>
          <p:cNvSpPr/>
          <p:nvPr/>
        </p:nvSpPr>
        <p:spPr>
          <a:xfrm>
            <a:off x="1010869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74" name="Shape 140"/>
          <p:cNvSpPr/>
          <p:nvPr/>
        </p:nvSpPr>
        <p:spPr>
          <a:xfrm>
            <a:off x="1031443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75" name="Shape 141"/>
          <p:cNvSpPr/>
          <p:nvPr/>
        </p:nvSpPr>
        <p:spPr>
          <a:xfrm>
            <a:off x="1052017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76" name="Shape 142"/>
          <p:cNvSpPr/>
          <p:nvPr/>
        </p:nvSpPr>
        <p:spPr>
          <a:xfrm>
            <a:off x="10725912" y="615391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77" name="Text 143"/>
          <p:cNvSpPr txBox="1"/>
          <p:nvPr/>
        </p:nvSpPr>
        <p:spPr>
          <a:xfrm>
            <a:off x="9006840" y="55778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辻林 みゆ希 様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148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3" name="Shape 1"/>
          <p:cNvSpPr/>
          <p:nvPr/>
        </p:nvSpPr>
        <p:spPr>
          <a:xfrm>
            <a:off x="50292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FF5F8"/>
          </a:solidFill>
          <a:ln w="19050">
            <a:solidFill>
              <a:srgbClr val="D8879E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" y="612648"/>
            <a:ext cx="384048" cy="384048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7208" y="667512"/>
            <a:ext cx="219456" cy="219456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02920" y="57607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5C74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7" name="Shape 3"/>
          <p:cNvSpPr/>
          <p:nvPr/>
        </p:nvSpPr>
        <p:spPr>
          <a:xfrm>
            <a:off x="139903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160477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181051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201625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222199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02920" y="10515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門岡 綾希子 様</a:t>
            </a:r>
            <a:endParaRPr lang="en-US" sz="2200" dirty="0"/>
          </a:p>
        </p:txBody>
      </p:sp>
      <p:sp>
        <p:nvSpPr>
          <p:cNvPr id="13" name="Shape 9"/>
          <p:cNvSpPr/>
          <p:nvPr/>
        </p:nvSpPr>
        <p:spPr>
          <a:xfrm>
            <a:off x="324612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14" name="Shape 10"/>
          <p:cNvSpPr/>
          <p:nvPr/>
        </p:nvSpPr>
        <p:spPr>
          <a:xfrm>
            <a:off x="333756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FF5F8"/>
          </a:solidFill>
          <a:ln w="19050">
            <a:solidFill>
              <a:srgbClr val="D8879E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5576" y="612648"/>
            <a:ext cx="384048" cy="384048"/>
          </a:xfrm>
          <a:prstGeom prst="rect">
            <a:avLst/>
          </a:prstGeom>
        </p:spPr>
      </p:pic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1848" y="667512"/>
            <a:ext cx="219456" cy="21945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3337560" y="57607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5C74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423367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43941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64515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85089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505663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3337560" y="10515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佐藤 公美子 様</a:t>
            </a:r>
            <a:endParaRPr lang="en-US" sz="2200" dirty="0"/>
          </a:p>
        </p:txBody>
      </p:sp>
      <p:sp>
        <p:nvSpPr>
          <p:cNvPr id="24" name="Shape 18"/>
          <p:cNvSpPr/>
          <p:nvPr/>
        </p:nvSpPr>
        <p:spPr>
          <a:xfrm>
            <a:off x="608076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25" name="Shape 19"/>
          <p:cNvSpPr/>
          <p:nvPr/>
        </p:nvSpPr>
        <p:spPr>
          <a:xfrm>
            <a:off x="617220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FF5F8"/>
          </a:solidFill>
          <a:ln w="19050">
            <a:solidFill>
              <a:srgbClr val="D8879E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0216" y="612648"/>
            <a:ext cx="384048" cy="384048"/>
          </a:xfrm>
          <a:prstGeom prst="rect">
            <a:avLst/>
          </a:prstGeom>
        </p:spPr>
      </p:pic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6488" y="667512"/>
            <a:ext cx="219456" cy="219456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6172200" y="57607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5C74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706831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727405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747979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768553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33" name="Shape 25"/>
          <p:cNvSpPr/>
          <p:nvPr/>
        </p:nvSpPr>
        <p:spPr>
          <a:xfrm>
            <a:off x="789127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6172200" y="10515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濱本 泰延 様</a:t>
            </a:r>
            <a:endParaRPr lang="en-US" sz="2200" dirty="0"/>
          </a:p>
        </p:txBody>
      </p:sp>
      <p:sp>
        <p:nvSpPr>
          <p:cNvPr id="35" name="Shape 27"/>
          <p:cNvSpPr/>
          <p:nvPr/>
        </p:nvSpPr>
        <p:spPr>
          <a:xfrm>
            <a:off x="8915400" y="41148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36" name="Shape 28"/>
          <p:cNvSpPr/>
          <p:nvPr/>
        </p:nvSpPr>
        <p:spPr>
          <a:xfrm>
            <a:off x="9006840" y="50292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FF5F8"/>
          </a:solidFill>
          <a:ln w="19050">
            <a:solidFill>
              <a:srgbClr val="D8879E"/>
            </a:solidFill>
            <a:prstDash val="solid"/>
          </a:ln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34856" y="612648"/>
            <a:ext cx="384048" cy="384048"/>
          </a:xfrm>
          <a:prstGeom prst="rect">
            <a:avLst/>
          </a:prstGeom>
        </p:spPr>
      </p:pic>
      <p:pic>
        <p:nvPicPr>
          <p:cNvPr id="3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311128" y="667512"/>
            <a:ext cx="219456" cy="219456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9006840" y="57607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5C74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40" name="Shape 30"/>
          <p:cNvSpPr/>
          <p:nvPr/>
        </p:nvSpPr>
        <p:spPr>
          <a:xfrm>
            <a:off x="990295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41" name="Shape 31"/>
          <p:cNvSpPr/>
          <p:nvPr/>
        </p:nvSpPr>
        <p:spPr>
          <a:xfrm>
            <a:off x="1010869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42" name="Shape 32"/>
          <p:cNvSpPr/>
          <p:nvPr/>
        </p:nvSpPr>
        <p:spPr>
          <a:xfrm>
            <a:off x="1031443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43" name="Shape 33"/>
          <p:cNvSpPr/>
          <p:nvPr/>
        </p:nvSpPr>
        <p:spPr>
          <a:xfrm>
            <a:off x="1052017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44" name="Shape 34"/>
          <p:cNvSpPr/>
          <p:nvPr/>
        </p:nvSpPr>
        <p:spPr>
          <a:xfrm>
            <a:off x="10725912" y="162763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45" name="Text 35"/>
          <p:cNvSpPr txBox="1"/>
          <p:nvPr/>
        </p:nvSpPr>
        <p:spPr>
          <a:xfrm>
            <a:off x="9006840" y="105156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濱本 俊宏 様</a:t>
            </a:r>
            <a:endParaRPr lang="en-US" sz="2200" dirty="0"/>
          </a:p>
        </p:txBody>
      </p:sp>
      <p:sp>
        <p:nvSpPr>
          <p:cNvPr id="46" name="Shape 36"/>
          <p:cNvSpPr/>
          <p:nvPr/>
        </p:nvSpPr>
        <p:spPr>
          <a:xfrm>
            <a:off x="41148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47" name="Shape 37"/>
          <p:cNvSpPr/>
          <p:nvPr/>
        </p:nvSpPr>
        <p:spPr>
          <a:xfrm>
            <a:off x="50292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FF5F8"/>
          </a:solidFill>
          <a:ln w="19050">
            <a:solidFill>
              <a:srgbClr val="D8879E"/>
            </a:solidFill>
            <a:prstDash val="solid"/>
          </a:ln>
        </p:spPr>
      </p:sp>
      <p:pic>
        <p:nvPicPr>
          <p:cNvPr id="4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0936" y="2121408"/>
            <a:ext cx="384048" cy="384048"/>
          </a:xfrm>
          <a:prstGeom prst="rect">
            <a:avLst/>
          </a:prstGeom>
        </p:spPr>
      </p:pic>
      <p:pic>
        <p:nvPicPr>
          <p:cNvPr id="4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07208" y="2176272"/>
            <a:ext cx="219456" cy="219456"/>
          </a:xfrm>
          <a:prstGeom prst="rect">
            <a:avLst/>
          </a:prstGeom>
        </p:spPr>
      </p:pic>
      <p:sp>
        <p:nvSpPr>
          <p:cNvPr id="50" name="Text 38"/>
          <p:cNvSpPr txBox="1"/>
          <p:nvPr/>
        </p:nvSpPr>
        <p:spPr>
          <a:xfrm>
            <a:off x="502920" y="208483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5C74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51" name="Shape 39"/>
          <p:cNvSpPr/>
          <p:nvPr/>
        </p:nvSpPr>
        <p:spPr>
          <a:xfrm>
            <a:off x="139903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52" name="Shape 40"/>
          <p:cNvSpPr/>
          <p:nvPr/>
        </p:nvSpPr>
        <p:spPr>
          <a:xfrm>
            <a:off x="160477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53" name="Shape 41"/>
          <p:cNvSpPr/>
          <p:nvPr/>
        </p:nvSpPr>
        <p:spPr>
          <a:xfrm>
            <a:off x="181051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54" name="Shape 42"/>
          <p:cNvSpPr/>
          <p:nvPr/>
        </p:nvSpPr>
        <p:spPr>
          <a:xfrm>
            <a:off x="201625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55" name="Shape 43"/>
          <p:cNvSpPr/>
          <p:nvPr/>
        </p:nvSpPr>
        <p:spPr>
          <a:xfrm>
            <a:off x="222199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56" name="Text 44"/>
          <p:cNvSpPr txBox="1"/>
          <p:nvPr/>
        </p:nvSpPr>
        <p:spPr>
          <a:xfrm>
            <a:off x="502920" y="2560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濱岡 知子 様</a:t>
            </a:r>
            <a:endParaRPr lang="en-US" sz="2200" dirty="0"/>
          </a:p>
        </p:txBody>
      </p:sp>
      <p:sp>
        <p:nvSpPr>
          <p:cNvPr id="57" name="Shape 45"/>
          <p:cNvSpPr/>
          <p:nvPr/>
        </p:nvSpPr>
        <p:spPr>
          <a:xfrm>
            <a:off x="324612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58" name="Shape 46"/>
          <p:cNvSpPr/>
          <p:nvPr/>
        </p:nvSpPr>
        <p:spPr>
          <a:xfrm>
            <a:off x="333756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FF5F8"/>
          </a:solidFill>
          <a:ln w="19050">
            <a:solidFill>
              <a:srgbClr val="D8879E"/>
            </a:solidFill>
            <a:prstDash val="solid"/>
          </a:ln>
        </p:spPr>
      </p:sp>
      <p:pic>
        <p:nvPicPr>
          <p:cNvPr id="5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65576" y="2121408"/>
            <a:ext cx="384048" cy="384048"/>
          </a:xfrm>
          <a:prstGeom prst="rect">
            <a:avLst/>
          </a:prstGeom>
        </p:spPr>
      </p:pic>
      <p:pic>
        <p:nvPicPr>
          <p:cNvPr id="6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641848" y="2176272"/>
            <a:ext cx="219456" cy="219456"/>
          </a:xfrm>
          <a:prstGeom prst="rect">
            <a:avLst/>
          </a:prstGeom>
        </p:spPr>
      </p:pic>
      <p:sp>
        <p:nvSpPr>
          <p:cNvPr id="61" name="Text 47"/>
          <p:cNvSpPr txBox="1"/>
          <p:nvPr/>
        </p:nvSpPr>
        <p:spPr>
          <a:xfrm>
            <a:off x="3337560" y="208483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5C74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62" name="Shape 48"/>
          <p:cNvSpPr/>
          <p:nvPr/>
        </p:nvSpPr>
        <p:spPr>
          <a:xfrm>
            <a:off x="423367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63" name="Shape 49"/>
          <p:cNvSpPr/>
          <p:nvPr/>
        </p:nvSpPr>
        <p:spPr>
          <a:xfrm>
            <a:off x="443941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64" name="Shape 50"/>
          <p:cNvSpPr/>
          <p:nvPr/>
        </p:nvSpPr>
        <p:spPr>
          <a:xfrm>
            <a:off x="464515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65" name="Shape 51"/>
          <p:cNvSpPr/>
          <p:nvPr/>
        </p:nvSpPr>
        <p:spPr>
          <a:xfrm>
            <a:off x="485089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66" name="Shape 52"/>
          <p:cNvSpPr/>
          <p:nvPr/>
        </p:nvSpPr>
        <p:spPr>
          <a:xfrm>
            <a:off x="505663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67" name="Text 53"/>
          <p:cNvSpPr txBox="1"/>
          <p:nvPr/>
        </p:nvSpPr>
        <p:spPr>
          <a:xfrm>
            <a:off x="3337560" y="2560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藤原 小矢佳 様</a:t>
            </a:r>
            <a:endParaRPr lang="en-US" sz="2200" dirty="0"/>
          </a:p>
        </p:txBody>
      </p:sp>
      <p:sp>
        <p:nvSpPr>
          <p:cNvPr id="68" name="Shape 54"/>
          <p:cNvSpPr/>
          <p:nvPr/>
        </p:nvSpPr>
        <p:spPr>
          <a:xfrm>
            <a:off x="608076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69" name="Shape 55"/>
          <p:cNvSpPr/>
          <p:nvPr/>
        </p:nvSpPr>
        <p:spPr>
          <a:xfrm>
            <a:off x="617220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FF5F8"/>
          </a:solidFill>
          <a:ln w="19050">
            <a:solidFill>
              <a:srgbClr val="D8879E"/>
            </a:solidFill>
            <a:prstDash val="solid"/>
          </a:ln>
        </p:spPr>
      </p:sp>
      <p:pic>
        <p:nvPicPr>
          <p:cNvPr id="70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00216" y="2121408"/>
            <a:ext cx="384048" cy="384048"/>
          </a:xfrm>
          <a:prstGeom prst="rect">
            <a:avLst/>
          </a:prstGeom>
        </p:spPr>
      </p:pic>
      <p:pic>
        <p:nvPicPr>
          <p:cNvPr id="71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476488" y="2176272"/>
            <a:ext cx="219456" cy="219456"/>
          </a:xfrm>
          <a:prstGeom prst="rect">
            <a:avLst/>
          </a:prstGeom>
        </p:spPr>
      </p:pic>
      <p:sp>
        <p:nvSpPr>
          <p:cNvPr id="72" name="Text 56"/>
          <p:cNvSpPr txBox="1"/>
          <p:nvPr/>
        </p:nvSpPr>
        <p:spPr>
          <a:xfrm>
            <a:off x="6172200" y="208483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5C74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73" name="Shape 57"/>
          <p:cNvSpPr/>
          <p:nvPr/>
        </p:nvSpPr>
        <p:spPr>
          <a:xfrm>
            <a:off x="706831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74" name="Shape 58"/>
          <p:cNvSpPr/>
          <p:nvPr/>
        </p:nvSpPr>
        <p:spPr>
          <a:xfrm>
            <a:off x="727405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75" name="Shape 59"/>
          <p:cNvSpPr/>
          <p:nvPr/>
        </p:nvSpPr>
        <p:spPr>
          <a:xfrm>
            <a:off x="747979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76" name="Shape 60"/>
          <p:cNvSpPr/>
          <p:nvPr/>
        </p:nvSpPr>
        <p:spPr>
          <a:xfrm>
            <a:off x="768553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77" name="Shape 61"/>
          <p:cNvSpPr/>
          <p:nvPr/>
        </p:nvSpPr>
        <p:spPr>
          <a:xfrm>
            <a:off x="789127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78" name="Text 62"/>
          <p:cNvSpPr txBox="1"/>
          <p:nvPr/>
        </p:nvSpPr>
        <p:spPr>
          <a:xfrm>
            <a:off x="6172200" y="2560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瀧井 万友美 様</a:t>
            </a:r>
            <a:endParaRPr lang="en-US" sz="2200" dirty="0"/>
          </a:p>
        </p:txBody>
      </p:sp>
      <p:sp>
        <p:nvSpPr>
          <p:cNvPr id="79" name="Shape 63"/>
          <p:cNvSpPr/>
          <p:nvPr/>
        </p:nvSpPr>
        <p:spPr>
          <a:xfrm>
            <a:off x="8915400" y="192024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80" name="Shape 64"/>
          <p:cNvSpPr/>
          <p:nvPr/>
        </p:nvSpPr>
        <p:spPr>
          <a:xfrm>
            <a:off x="9006840" y="2011680"/>
            <a:ext cx="2651760" cy="1325880"/>
          </a:xfrm>
          <a:prstGeom prst="roundRect">
            <a:avLst>
              <a:gd name="adj" fmla="val 5517"/>
            </a:avLst>
          </a:prstGeom>
          <a:solidFill>
            <a:srgbClr val="FFF5F8"/>
          </a:solidFill>
          <a:ln w="19050">
            <a:solidFill>
              <a:srgbClr val="D8879E"/>
            </a:solidFill>
            <a:prstDash val="solid"/>
          </a:ln>
        </p:spPr>
      </p:sp>
      <p:pic>
        <p:nvPicPr>
          <p:cNvPr id="81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34856" y="2121408"/>
            <a:ext cx="384048" cy="384048"/>
          </a:xfrm>
          <a:prstGeom prst="rect">
            <a:avLst/>
          </a:prstGeom>
        </p:spPr>
      </p:pic>
      <p:pic>
        <p:nvPicPr>
          <p:cNvPr id="82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311128" y="2176272"/>
            <a:ext cx="219456" cy="219456"/>
          </a:xfrm>
          <a:prstGeom prst="rect">
            <a:avLst/>
          </a:prstGeom>
        </p:spPr>
      </p:pic>
      <p:sp>
        <p:nvSpPr>
          <p:cNvPr id="83" name="Text 65"/>
          <p:cNvSpPr txBox="1"/>
          <p:nvPr/>
        </p:nvSpPr>
        <p:spPr>
          <a:xfrm>
            <a:off x="9006840" y="208483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5C74"/>
                </a:solidFill>
                <a:latin typeface="HGP創英角ﾎﾟｯﾌﾟ体" pitchFamily="34" charset="0"/>
                <a:ea typeface="HGP創英角ﾎﾟｯﾌﾟ体" pitchFamily="34" charset="-122"/>
                <a:cs typeface="HGP創英角ﾎﾟｯﾌﾟ体" pitchFamily="34" charset="-120"/>
              </a:rPr>
              <a:t>♡ 投票用紙 ♡</a:t>
            </a:r>
            <a:endParaRPr lang="en-US" sz="1000" dirty="0"/>
          </a:p>
        </p:txBody>
      </p:sp>
      <p:sp>
        <p:nvSpPr>
          <p:cNvPr id="84" name="Shape 66"/>
          <p:cNvSpPr/>
          <p:nvPr/>
        </p:nvSpPr>
        <p:spPr>
          <a:xfrm>
            <a:off x="990295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85" name="Shape 67"/>
          <p:cNvSpPr/>
          <p:nvPr/>
        </p:nvSpPr>
        <p:spPr>
          <a:xfrm>
            <a:off x="1010869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86" name="Shape 68"/>
          <p:cNvSpPr/>
          <p:nvPr/>
        </p:nvSpPr>
        <p:spPr>
          <a:xfrm>
            <a:off x="1031443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87" name="Shape 69"/>
          <p:cNvSpPr/>
          <p:nvPr/>
        </p:nvSpPr>
        <p:spPr>
          <a:xfrm>
            <a:off x="1052017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88" name="Shape 70"/>
          <p:cNvSpPr/>
          <p:nvPr/>
        </p:nvSpPr>
        <p:spPr>
          <a:xfrm>
            <a:off x="10725912" y="3136392"/>
            <a:ext cx="36576" cy="36576"/>
          </a:xfrm>
          <a:prstGeom prst="ellipse">
            <a:avLst/>
          </a:prstGeom>
          <a:solidFill>
            <a:srgbClr val="E5A9BC"/>
          </a:solidFill>
          <a:ln w="12700">
            <a:solidFill>
              <a:srgbClr val="E5A9BC"/>
            </a:solidFill>
            <a:prstDash val="solid"/>
          </a:ln>
        </p:spPr>
      </p:sp>
      <p:sp>
        <p:nvSpPr>
          <p:cNvPr id="89" name="Text 71"/>
          <p:cNvSpPr txBox="1"/>
          <p:nvPr/>
        </p:nvSpPr>
        <p:spPr>
          <a:xfrm>
            <a:off x="9006840" y="256032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A2D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濱岡 香里 様</a:t>
            </a:r>
            <a:endParaRPr lang="en-US" sz="2200" dirty="0"/>
          </a:p>
        </p:txBody>
      </p:sp>
      <p:sp>
        <p:nvSpPr>
          <p:cNvPr id="90" name="Shape 72"/>
          <p:cNvSpPr/>
          <p:nvPr/>
        </p:nvSpPr>
        <p:spPr>
          <a:xfrm>
            <a:off x="41148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91" name="Shape 73"/>
          <p:cNvSpPr/>
          <p:nvPr/>
        </p:nvSpPr>
        <p:spPr>
          <a:xfrm>
            <a:off x="324612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92" name="Shape 74"/>
          <p:cNvSpPr/>
          <p:nvPr/>
        </p:nvSpPr>
        <p:spPr>
          <a:xfrm>
            <a:off x="608076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93" name="Shape 75"/>
          <p:cNvSpPr/>
          <p:nvPr/>
        </p:nvSpPr>
        <p:spPr>
          <a:xfrm>
            <a:off x="8915400" y="342900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94" name="Shape 76"/>
          <p:cNvSpPr/>
          <p:nvPr/>
        </p:nvSpPr>
        <p:spPr>
          <a:xfrm>
            <a:off x="41148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95" name="Shape 77"/>
          <p:cNvSpPr/>
          <p:nvPr/>
        </p:nvSpPr>
        <p:spPr>
          <a:xfrm>
            <a:off x="324612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96" name="Shape 78"/>
          <p:cNvSpPr/>
          <p:nvPr/>
        </p:nvSpPr>
        <p:spPr>
          <a:xfrm>
            <a:off x="608076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  <p:sp>
        <p:nvSpPr>
          <p:cNvPr id="97" name="Shape 79"/>
          <p:cNvSpPr/>
          <p:nvPr/>
        </p:nvSpPr>
        <p:spPr>
          <a:xfrm>
            <a:off x="8915400" y="4937760"/>
            <a:ext cx="2834640" cy="1508760"/>
          </a:xfrm>
          <a:prstGeom prst="rect">
            <a:avLst/>
          </a:prstGeom>
          <a:solidFill>
            <a:srgbClr val="FFFFFF"/>
          </a:solidFill>
          <a:ln w="6350">
            <a:solidFill>
              <a:srgbClr val="C8CDD3"/>
            </a:solidFill>
            <a:prstDash val="dash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投票用紙</dc:title>
  <dc:subject>PptxGenJS Presentation</dc:subject>
  <dc:creator>PptxGenJS</dc:creator>
  <cp:lastModifiedBy>PptxGenJS</cp:lastModifiedBy>
  <cp:revision>1</cp:revision>
  <dcterms:created xsi:type="dcterms:W3CDTF">2026-09-13T10:49:56Z</dcterms:created>
  <dcterms:modified xsi:type="dcterms:W3CDTF">2026-09-13T10:49:56Z</dcterms:modified>
</cp:coreProperties>
</file>